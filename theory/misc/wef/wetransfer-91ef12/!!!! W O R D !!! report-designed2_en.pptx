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7772400" cy="10375900"/>
  <p:notesSz cx="7772400" cy="103759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3126" y="-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485775" y="612140"/>
            <a:ext cx="6396990" cy="705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12594" y="2050402"/>
            <a:ext cx="3594417" cy="75996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40"/>
              </a:lnSpc>
              <a:spcBef>
                <a:spcPts val="77"/>
              </a:spcBef>
            </a:pPr>
            <a:r>
              <a:rPr sz="1400" b="1" spc="0" dirty="0" smtClean="0">
                <a:latin typeface="Georgia"/>
                <a:cs typeface="Georgia"/>
              </a:rPr>
              <a:t>New </a:t>
            </a:r>
            <a:r>
              <a:rPr sz="1400" b="1" spc="-9" dirty="0" smtClean="0">
                <a:latin typeface="Georgia"/>
                <a:cs typeface="Georgia"/>
              </a:rPr>
              <a:t>S</a:t>
            </a:r>
            <a:r>
              <a:rPr sz="1400" b="1" spc="0" dirty="0" smtClean="0">
                <a:latin typeface="Georgia"/>
                <a:cs typeface="Georgia"/>
              </a:rPr>
              <a:t>k</a:t>
            </a:r>
            <a:r>
              <a:rPr sz="1400" b="1" spc="-4" dirty="0" smtClean="0">
                <a:latin typeface="Georgia"/>
                <a:cs typeface="Georgia"/>
              </a:rPr>
              <a:t>i</a:t>
            </a:r>
            <a:r>
              <a:rPr sz="1400" b="1" spc="0" dirty="0" smtClean="0">
                <a:latin typeface="Georgia"/>
                <a:cs typeface="Georgia"/>
              </a:rPr>
              <a:t>l</a:t>
            </a:r>
            <a:r>
              <a:rPr sz="1400" b="1" spc="-4" dirty="0" smtClean="0">
                <a:latin typeface="Georgia"/>
                <a:cs typeface="Georgia"/>
              </a:rPr>
              <a:t>l</a:t>
            </a:r>
            <a:r>
              <a:rPr sz="1400" b="1" spc="0" dirty="0" smtClean="0">
                <a:latin typeface="Georgia"/>
                <a:cs typeface="Georgia"/>
              </a:rPr>
              <a:t>s for</a:t>
            </a:r>
            <a:r>
              <a:rPr sz="1400" b="1" spc="-4" dirty="0" smtClean="0">
                <a:latin typeface="Georgia"/>
                <a:cs typeface="Georgia"/>
              </a:rPr>
              <a:t> </a:t>
            </a:r>
            <a:r>
              <a:rPr sz="1400" b="1" spc="0" dirty="0" smtClean="0">
                <a:latin typeface="Georgia"/>
                <a:cs typeface="Georgia"/>
              </a:rPr>
              <a:t>a </a:t>
            </a:r>
            <a:r>
              <a:rPr sz="1400" b="1" spc="-4" dirty="0" smtClean="0">
                <a:latin typeface="Georgia"/>
                <a:cs typeface="Georgia"/>
              </a:rPr>
              <a:t>E</a:t>
            </a:r>
            <a:r>
              <a:rPr sz="1400" b="1" spc="0" dirty="0" smtClean="0">
                <a:latin typeface="Georgia"/>
                <a:cs typeface="Georgia"/>
              </a:rPr>
              <a:t>ur</a:t>
            </a:r>
            <a:r>
              <a:rPr sz="1400" b="1" spc="-4" dirty="0" smtClean="0">
                <a:latin typeface="Georgia"/>
                <a:cs typeface="Georgia"/>
              </a:rPr>
              <a:t>o</a:t>
            </a:r>
            <a:r>
              <a:rPr sz="1400" b="1" spc="0" dirty="0" smtClean="0">
                <a:latin typeface="Georgia"/>
                <a:cs typeface="Georgia"/>
              </a:rPr>
              <a:t>pe</a:t>
            </a:r>
            <a:r>
              <a:rPr sz="1400" b="1" spc="-4" dirty="0" smtClean="0">
                <a:latin typeface="Georgia"/>
                <a:cs typeface="Georgia"/>
              </a:rPr>
              <a:t>a</a:t>
            </a:r>
            <a:r>
              <a:rPr sz="1400" b="1" spc="0" dirty="0" smtClean="0">
                <a:latin typeface="Georgia"/>
                <a:cs typeface="Georgia"/>
              </a:rPr>
              <a:t>n </a:t>
            </a:r>
            <a:r>
              <a:rPr sz="1400" b="1" spc="4" dirty="0" smtClean="0">
                <a:latin typeface="Georgia"/>
                <a:cs typeface="Georgia"/>
              </a:rPr>
              <a:t>B</a:t>
            </a:r>
            <a:r>
              <a:rPr sz="1400" b="1" spc="-4" dirty="0" smtClean="0">
                <a:latin typeface="Georgia"/>
                <a:cs typeface="Georgia"/>
              </a:rPr>
              <a:t>i</a:t>
            </a:r>
            <a:r>
              <a:rPr sz="1400" b="1" spc="0" dirty="0" smtClean="0">
                <a:latin typeface="Georgia"/>
                <a:cs typeface="Georgia"/>
              </a:rPr>
              <a:t>oec</a:t>
            </a:r>
            <a:r>
              <a:rPr sz="1400" b="1" spc="-4" dirty="0" smtClean="0">
                <a:latin typeface="Georgia"/>
                <a:cs typeface="Georgia"/>
              </a:rPr>
              <a:t>o</a:t>
            </a:r>
            <a:r>
              <a:rPr sz="1400" b="1" spc="0" dirty="0" smtClean="0">
                <a:latin typeface="Georgia"/>
                <a:cs typeface="Georgia"/>
              </a:rPr>
              <a:t>nomy</a:t>
            </a:r>
            <a:endParaRPr sz="1400">
              <a:latin typeface="Georgia"/>
              <a:cs typeface="Georgia"/>
            </a:endParaRPr>
          </a:p>
          <a:p>
            <a:pPr marL="1699983" marR="1713380" algn="ctr">
              <a:lnSpc>
                <a:spcPct val="94685"/>
              </a:lnSpc>
              <a:spcBef>
                <a:spcPts val="516"/>
              </a:spcBef>
            </a:pPr>
            <a:r>
              <a:rPr sz="1400" b="1" spc="0" dirty="0" smtClean="0">
                <a:latin typeface="Georgia"/>
                <a:cs typeface="Georgia"/>
              </a:rPr>
              <a:t>–</a:t>
            </a:r>
            <a:endParaRPr sz="1400">
              <a:latin typeface="Georgia"/>
              <a:cs typeface="Georgia"/>
            </a:endParaRPr>
          </a:p>
          <a:p>
            <a:pPr marL="899883" marR="914140" algn="ctr">
              <a:lnSpc>
                <a:spcPct val="94685"/>
              </a:lnSpc>
              <a:spcBef>
                <a:spcPts val="605"/>
              </a:spcBef>
            </a:pPr>
            <a:r>
              <a:rPr sz="1400" b="1" spc="0" dirty="0" smtClean="0">
                <a:latin typeface="Georgia"/>
                <a:cs typeface="Georgia"/>
              </a:rPr>
              <a:t>Conf</a:t>
            </a:r>
            <a:r>
              <a:rPr sz="1400" b="1" spc="-9" dirty="0" smtClean="0">
                <a:latin typeface="Georgia"/>
                <a:cs typeface="Georgia"/>
              </a:rPr>
              <a:t>e</a:t>
            </a:r>
            <a:r>
              <a:rPr sz="1400" b="1" spc="0" dirty="0" smtClean="0">
                <a:latin typeface="Georgia"/>
                <a:cs typeface="Georgia"/>
              </a:rPr>
              <a:t>re</a:t>
            </a:r>
            <a:r>
              <a:rPr sz="1400" b="1" spc="4" dirty="0" smtClean="0">
                <a:latin typeface="Georgia"/>
                <a:cs typeface="Georgia"/>
              </a:rPr>
              <a:t>n</a:t>
            </a:r>
            <a:r>
              <a:rPr sz="1400" b="1" spc="-14" dirty="0" smtClean="0">
                <a:latin typeface="Georgia"/>
                <a:cs typeface="Georgia"/>
              </a:rPr>
              <a:t>c</a:t>
            </a:r>
            <a:r>
              <a:rPr sz="1400" b="1" spc="0" dirty="0" smtClean="0">
                <a:latin typeface="Georgia"/>
                <a:cs typeface="Georgia"/>
              </a:rPr>
              <a:t>e</a:t>
            </a:r>
            <a:r>
              <a:rPr sz="1400" b="1" spc="4" dirty="0" smtClean="0">
                <a:latin typeface="Georgia"/>
                <a:cs typeface="Georgia"/>
              </a:rPr>
              <a:t> </a:t>
            </a:r>
            <a:r>
              <a:rPr sz="1400" b="1" spc="0" dirty="0" smtClean="0">
                <a:latin typeface="Georgia"/>
                <a:cs typeface="Georgia"/>
              </a:rPr>
              <a:t>R</a:t>
            </a:r>
            <a:r>
              <a:rPr sz="1400" b="1" spc="-14" dirty="0" smtClean="0">
                <a:latin typeface="Georgia"/>
                <a:cs typeface="Georgia"/>
              </a:rPr>
              <a:t>e</a:t>
            </a:r>
            <a:r>
              <a:rPr sz="1400" b="1" spc="-9" dirty="0" smtClean="0">
                <a:latin typeface="Georgia"/>
                <a:cs typeface="Georgia"/>
              </a:rPr>
              <a:t>p</a:t>
            </a:r>
            <a:r>
              <a:rPr sz="1400" b="1" spc="-4" dirty="0" smtClean="0">
                <a:latin typeface="Georgia"/>
                <a:cs typeface="Georgia"/>
              </a:rPr>
              <a:t>o</a:t>
            </a:r>
            <a:r>
              <a:rPr sz="1400" b="1" spc="0" dirty="0" smtClean="0">
                <a:latin typeface="Georgia"/>
                <a:cs typeface="Georgia"/>
              </a:rPr>
              <a:t>rt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4216" y="3123219"/>
            <a:ext cx="5870519" cy="27387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864894" algn="just">
              <a:lnSpc>
                <a:spcPts val="1280"/>
              </a:lnSpc>
              <a:spcBef>
                <a:spcPts val="64"/>
              </a:spcBef>
            </a:pPr>
            <a:r>
              <a:rPr sz="1150" b="1" u="sng" spc="0" dirty="0" smtClean="0">
                <a:latin typeface="Georgia"/>
                <a:cs typeface="Georgia"/>
              </a:rPr>
              <a:t>Introduction</a:t>
            </a:r>
            <a:endParaRPr sz="1150" dirty="0">
              <a:latin typeface="Georgia"/>
              <a:cs typeface="Georgia"/>
            </a:endParaRPr>
          </a:p>
          <a:p>
            <a:pPr marL="12700" algn="just">
              <a:lnSpc>
                <a:spcPct val="94780"/>
              </a:lnSpc>
              <a:spcBef>
                <a:spcPts val="540"/>
              </a:spcBef>
            </a:pP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7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8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mm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19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ion</a:t>
            </a:r>
            <a:r>
              <a:rPr sz="1150" spc="8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94" dirty="0" smtClean="0">
                <a:latin typeface="Georgia"/>
                <a:cs typeface="Georgia"/>
              </a:rPr>
              <a:t> </a:t>
            </a:r>
            <a:r>
              <a:rPr sz="1150" i="1" spc="4" dirty="0" smtClean="0">
                <a:latin typeface="Georgia"/>
                <a:cs typeface="Georgia"/>
              </a:rPr>
              <a:t>N</a:t>
            </a:r>
            <a:r>
              <a:rPr sz="1150" i="1" spc="-4" dirty="0" smtClean="0">
                <a:latin typeface="Georgia"/>
                <a:cs typeface="Georgia"/>
              </a:rPr>
              <a:t>e</a:t>
            </a:r>
            <a:r>
              <a:rPr sz="1150" i="1" spc="0" dirty="0" smtClean="0">
                <a:latin typeface="Georgia"/>
                <a:cs typeface="Georgia"/>
              </a:rPr>
              <a:t>w</a:t>
            </a:r>
            <a:r>
              <a:rPr sz="1150" i="1" spc="79" dirty="0" smtClean="0">
                <a:latin typeface="Georgia"/>
                <a:cs typeface="Georgia"/>
              </a:rPr>
              <a:t> </a:t>
            </a:r>
            <a:r>
              <a:rPr sz="1150" i="1" spc="0" dirty="0" smtClean="0">
                <a:latin typeface="Georgia"/>
                <a:cs typeface="Georgia"/>
              </a:rPr>
              <a:t>S</a:t>
            </a:r>
            <a:r>
              <a:rPr sz="1150" i="1" spc="4" dirty="0" smtClean="0">
                <a:latin typeface="Georgia"/>
                <a:cs typeface="Georgia"/>
              </a:rPr>
              <a:t>ki</a:t>
            </a:r>
            <a:r>
              <a:rPr sz="1150" i="1" spc="-4" dirty="0" smtClean="0">
                <a:latin typeface="Georgia"/>
                <a:cs typeface="Georgia"/>
              </a:rPr>
              <a:t>ll</a:t>
            </a:r>
            <a:r>
              <a:rPr sz="1150" i="1" spc="0" dirty="0" smtClean="0">
                <a:latin typeface="Georgia"/>
                <a:cs typeface="Georgia"/>
              </a:rPr>
              <a:t>s</a:t>
            </a:r>
            <a:r>
              <a:rPr sz="1150" i="1" spc="75" dirty="0" smtClean="0">
                <a:latin typeface="Georgia"/>
                <a:cs typeface="Georgia"/>
              </a:rPr>
              <a:t> </a:t>
            </a:r>
            <a:r>
              <a:rPr sz="1150" i="1" spc="4" dirty="0" smtClean="0">
                <a:latin typeface="Georgia"/>
                <a:cs typeface="Georgia"/>
              </a:rPr>
              <a:t>fo</a:t>
            </a:r>
            <a:r>
              <a:rPr sz="1150" i="1" spc="0" dirty="0" smtClean="0">
                <a:latin typeface="Georgia"/>
                <a:cs typeface="Georgia"/>
              </a:rPr>
              <a:t>r</a:t>
            </a:r>
            <a:r>
              <a:rPr sz="1150" i="1" spc="79" dirty="0" smtClean="0">
                <a:latin typeface="Georgia"/>
                <a:cs typeface="Georgia"/>
              </a:rPr>
              <a:t> </a:t>
            </a:r>
            <a:r>
              <a:rPr sz="1150" i="1" spc="0" dirty="0" smtClean="0">
                <a:latin typeface="Georgia"/>
                <a:cs typeface="Georgia"/>
              </a:rPr>
              <a:t>a</a:t>
            </a:r>
            <a:r>
              <a:rPr sz="1150" i="1" spc="79" dirty="0" smtClean="0">
                <a:latin typeface="Georgia"/>
                <a:cs typeface="Georgia"/>
              </a:rPr>
              <a:t> </a:t>
            </a:r>
            <a:r>
              <a:rPr sz="1150" i="1" spc="0" dirty="0" smtClean="0">
                <a:latin typeface="Georgia"/>
                <a:cs typeface="Georgia"/>
              </a:rPr>
              <a:t>Eu</a:t>
            </a:r>
            <a:r>
              <a:rPr sz="1150" i="1" spc="-4" dirty="0" smtClean="0">
                <a:latin typeface="Georgia"/>
                <a:cs typeface="Georgia"/>
              </a:rPr>
              <a:t>r</a:t>
            </a:r>
            <a:r>
              <a:rPr sz="1150" i="1" spc="4" dirty="0" smtClean="0">
                <a:latin typeface="Georgia"/>
                <a:cs typeface="Georgia"/>
              </a:rPr>
              <a:t>op</a:t>
            </a:r>
            <a:r>
              <a:rPr sz="1150" i="1" spc="-4" dirty="0" smtClean="0">
                <a:latin typeface="Georgia"/>
                <a:cs typeface="Georgia"/>
              </a:rPr>
              <a:t>e</a:t>
            </a:r>
            <a:r>
              <a:rPr sz="1150" i="1" spc="0" dirty="0" smtClean="0">
                <a:latin typeface="Georgia"/>
                <a:cs typeface="Georgia"/>
              </a:rPr>
              <a:t>an</a:t>
            </a:r>
            <a:r>
              <a:rPr sz="1150" i="1" spc="84" dirty="0" smtClean="0">
                <a:latin typeface="Georgia"/>
                <a:cs typeface="Georgia"/>
              </a:rPr>
              <a:t> </a:t>
            </a:r>
            <a:r>
              <a:rPr sz="1150" i="1" spc="-9" dirty="0" smtClean="0">
                <a:latin typeface="Georgia"/>
                <a:cs typeface="Georgia"/>
              </a:rPr>
              <a:t>B</a:t>
            </a:r>
            <a:r>
              <a:rPr sz="1150" i="1" spc="-4" dirty="0" smtClean="0">
                <a:latin typeface="Georgia"/>
                <a:cs typeface="Georgia"/>
              </a:rPr>
              <a:t>i</a:t>
            </a:r>
            <a:r>
              <a:rPr sz="1150" i="1" spc="29" dirty="0" smtClean="0">
                <a:latin typeface="Georgia"/>
                <a:cs typeface="Georgia"/>
              </a:rPr>
              <a:t>o</a:t>
            </a:r>
            <a:r>
              <a:rPr sz="1150" i="1" spc="-4" dirty="0" smtClean="0">
                <a:latin typeface="Georgia"/>
                <a:cs typeface="Georgia"/>
              </a:rPr>
              <a:t>e</a:t>
            </a:r>
            <a:r>
              <a:rPr sz="1150" i="1" spc="4" dirty="0" smtClean="0">
                <a:latin typeface="Georgia"/>
                <a:cs typeface="Georgia"/>
              </a:rPr>
              <a:t>c</a:t>
            </a:r>
            <a:r>
              <a:rPr sz="1150" i="1" spc="-4" dirty="0" smtClean="0">
                <a:latin typeface="Georgia"/>
                <a:cs typeface="Georgia"/>
              </a:rPr>
              <a:t>o</a:t>
            </a:r>
            <a:r>
              <a:rPr sz="1150" i="1" spc="4" dirty="0" smtClean="0">
                <a:latin typeface="Georgia"/>
                <a:cs typeface="Georgia"/>
              </a:rPr>
              <a:t>no</a:t>
            </a:r>
            <a:r>
              <a:rPr sz="1150" i="1" spc="-4" dirty="0" smtClean="0">
                <a:latin typeface="Georgia"/>
                <a:cs typeface="Georgia"/>
              </a:rPr>
              <a:t>m</a:t>
            </a:r>
            <a:r>
              <a:rPr sz="1150" i="1" spc="0" dirty="0" smtClean="0">
                <a:latin typeface="Georgia"/>
                <a:cs typeface="Georgia"/>
              </a:rPr>
              <a:t>y</a:t>
            </a:r>
            <a:r>
              <a:rPr sz="1150" i="1" spc="8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was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 in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Br</a:t>
            </a:r>
            <a:r>
              <a:rPr sz="1150" spc="-4" dirty="0" smtClean="0">
                <a:latin typeface="Georgia"/>
                <a:cs typeface="Georgia"/>
              </a:rPr>
              <a:t>uss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ls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giu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2</a:t>
            </a:r>
            <a:r>
              <a:rPr sz="1150" spc="0" dirty="0" smtClean="0">
                <a:latin typeface="Georgia"/>
                <a:cs typeface="Georgia"/>
              </a:rPr>
              <a:t>0</a:t>
            </a:r>
            <a:r>
              <a:rPr sz="1150" spc="-9" dirty="0" smtClean="0">
                <a:latin typeface="Georgia"/>
                <a:cs typeface="Georgia"/>
              </a:rPr>
              <a:t>-</a:t>
            </a:r>
            <a:r>
              <a:rPr sz="1150" spc="4" dirty="0" smtClean="0">
                <a:latin typeface="Georgia"/>
                <a:cs typeface="Georgia"/>
              </a:rPr>
              <a:t>2</a:t>
            </a:r>
            <a:r>
              <a:rPr sz="1150" spc="0" dirty="0" smtClean="0">
                <a:latin typeface="Georgia"/>
                <a:cs typeface="Georgia"/>
              </a:rPr>
              <a:t>1</a:t>
            </a:r>
            <a:r>
              <a:rPr sz="1150" spc="4" dirty="0" smtClean="0">
                <a:latin typeface="Georgia"/>
                <a:cs typeface="Georgia"/>
              </a:rPr>
              <a:t> 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em</a:t>
            </a:r>
            <a:r>
              <a:rPr sz="1150" spc="0" dirty="0" smtClean="0">
                <a:latin typeface="Georgia"/>
                <a:cs typeface="Georgia"/>
              </a:rPr>
              <a:t>ber </a:t>
            </a:r>
            <a:r>
              <a:rPr sz="1150" spc="4" dirty="0" smtClean="0">
                <a:latin typeface="Georgia"/>
                <a:cs typeface="Georgia"/>
              </a:rPr>
              <a:t>20</a:t>
            </a:r>
            <a:r>
              <a:rPr sz="1150" spc="-4" dirty="0" smtClean="0">
                <a:latin typeface="Georgia"/>
                <a:cs typeface="Georgia"/>
              </a:rPr>
              <a:t>1</a:t>
            </a:r>
            <a:r>
              <a:rPr sz="1150" spc="4" dirty="0" smtClean="0">
                <a:latin typeface="Georgia"/>
                <a:cs typeface="Georgia"/>
              </a:rPr>
              <a:t>2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vent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ga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ore 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100 pa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ticipant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ng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ake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nat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1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nat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le</a:t>
            </a:r>
            <a:r>
              <a:rPr sz="1150" spc="0" dirty="0" smtClean="0">
                <a:latin typeface="Georgia"/>
                <a:cs typeface="Georgia"/>
              </a:rPr>
              <a:t>v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di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smtClean="0">
                <a:latin typeface="Georgia"/>
                <a:cs typeface="Georgia"/>
              </a:rPr>
              <a:t>the</a:t>
            </a:r>
            <a:r>
              <a:rPr sz="1150" spc="20" smtClean="0">
                <a:latin typeface="Georgia"/>
                <a:cs typeface="Georgia"/>
              </a:rPr>
              <a:t> </a:t>
            </a:r>
            <a:r>
              <a:rPr sz="1150" spc="-4" smtClean="0">
                <a:latin typeface="Georgia"/>
                <a:cs typeface="Georgia"/>
              </a:rPr>
              <a:t>r</a:t>
            </a:r>
            <a:r>
              <a:rPr sz="1150" spc="0" smtClean="0">
                <a:latin typeface="Georgia"/>
                <a:cs typeface="Georgia"/>
              </a:rPr>
              <a:t>ole</a:t>
            </a:r>
            <a:r>
              <a:rPr sz="1150" spc="15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dge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ivi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ting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ns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tion to</a:t>
            </a:r>
            <a:r>
              <a:rPr sz="1150" spc="4" dirty="0" smtClean="0">
                <a:latin typeface="Georgia"/>
                <a:cs typeface="Georgia"/>
              </a:rPr>
              <a:t>w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ds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19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y.</a:t>
            </a:r>
            <a:endParaRPr sz="1150" dirty="0">
              <a:latin typeface="Georgia"/>
              <a:cs typeface="Georgia"/>
            </a:endParaRPr>
          </a:p>
          <a:p>
            <a:pPr marL="12700" marR="164" algn="just">
              <a:lnSpc>
                <a:spcPct val="94591"/>
              </a:lnSpc>
            </a:pP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ere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’s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b</a:t>
            </a:r>
            <a:r>
              <a:rPr sz="1150" spc="0" dirty="0" smtClean="0">
                <a:latin typeface="Georgia"/>
                <a:cs typeface="Georgia"/>
              </a:rPr>
              <a:t>j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tive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was to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9" dirty="0" smtClean="0">
                <a:latin typeface="Georgia"/>
                <a:cs typeface="Georgia"/>
              </a:rPr>
              <a:t>y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ere</a:t>
            </a:r>
            <a:r>
              <a:rPr sz="1150" spc="0" dirty="0" smtClean="0">
                <a:latin typeface="Georgia"/>
                <a:cs typeface="Georgia"/>
              </a:rPr>
              <a:t>qui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uc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4" dirty="0" smtClean="0">
                <a:latin typeface="Georgia"/>
                <a:cs typeface="Georgia"/>
              </a:rPr>
              <a:t>b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gy: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va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la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ity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we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-t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ined 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rk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with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nec</a:t>
            </a:r>
            <a:r>
              <a:rPr sz="1150" spc="-4" dirty="0" smtClean="0">
                <a:latin typeface="Georgia"/>
                <a:cs typeface="Georgia"/>
              </a:rPr>
              <a:t>essar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dge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1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om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indu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or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pr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y-production 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tor, 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oss   publ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c 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vate   do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 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 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pa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ing di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4" dirty="0" smtClean="0">
                <a:latin typeface="Georgia"/>
                <a:cs typeface="Georgia"/>
              </a:rPr>
              <a:t>ls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 dirty="0">
              <a:latin typeface="Georgia"/>
              <a:cs typeface="Georgia"/>
            </a:endParaRPr>
          </a:p>
          <a:p>
            <a:pPr marL="12700" marR="6660" algn="just">
              <a:lnSpc>
                <a:spcPct val="94685"/>
              </a:lnSpc>
            </a:pP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ny </a:t>
            </a:r>
            <a:r>
              <a:rPr sz="1150" spc="2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 </a:t>
            </a:r>
            <a:r>
              <a:rPr sz="1150" spc="2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27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ns </a:t>
            </a:r>
            <a:r>
              <a:rPr sz="1150" spc="2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-4" dirty="0" smtClean="0">
                <a:latin typeface="Georgia"/>
                <a:cs typeface="Georgia"/>
              </a:rPr>
              <a:t>resee</a:t>
            </a:r>
            <a:r>
              <a:rPr sz="1150" spc="0" dirty="0" smtClean="0">
                <a:latin typeface="Georgia"/>
                <a:cs typeface="Georgia"/>
              </a:rPr>
              <a:t>n   in </a:t>
            </a:r>
            <a:r>
              <a:rPr sz="1150" spc="2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n  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’s 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un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 </a:t>
            </a:r>
            <a:r>
              <a:rPr sz="1150" spc="262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endParaRPr sz="1150" dirty="0">
              <a:latin typeface="Georgia"/>
              <a:cs typeface="Georgia"/>
            </a:endParaRPr>
          </a:p>
          <a:p>
            <a:pPr marL="12700" marR="2081" algn="just">
              <a:lnSpc>
                <a:spcPct val="94875"/>
              </a:lnSpc>
            </a:pPr>
            <a:r>
              <a:rPr sz="1150" spc="0" dirty="0" smtClean="0">
                <a:latin typeface="Georgia"/>
                <a:cs typeface="Georgia"/>
              </a:rPr>
              <a:t>‘Inno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Su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1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ble 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w</a:t>
            </a:r>
            <a:r>
              <a:rPr sz="1150" spc="0" dirty="0" smtClean="0">
                <a:latin typeface="Georgia"/>
                <a:cs typeface="Georgia"/>
              </a:rPr>
              <a:t>th: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Bi</a:t>
            </a:r>
            <a:r>
              <a:rPr sz="1150" spc="19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’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qui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 a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ound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 ba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.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,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up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ing  Bi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-1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St</a:t>
            </a:r>
            <a:r>
              <a:rPr sz="1150" spc="-4" dirty="0" smtClean="0">
                <a:latin typeface="Georgia"/>
                <a:cs typeface="Georgia"/>
              </a:rPr>
              <a:t>ake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 be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 Dub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1</a:t>
            </a:r>
            <a:r>
              <a:rPr sz="1150" spc="-4" dirty="0" smtClean="0">
                <a:latin typeface="Georgia"/>
                <a:cs typeface="Georgia"/>
              </a:rPr>
              <a:t>4</a:t>
            </a:r>
            <a:r>
              <a:rPr sz="1150" spc="0" dirty="0" smtClean="0">
                <a:latin typeface="Georgia"/>
                <a:cs typeface="Georgia"/>
              </a:rPr>
              <a:t>-15 </a:t>
            </a: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br</a:t>
            </a:r>
            <a:r>
              <a:rPr sz="1150" spc="-4" dirty="0" smtClean="0">
                <a:latin typeface="Georgia"/>
                <a:cs typeface="Georgia"/>
              </a:rPr>
              <a:t>uar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2</a:t>
            </a:r>
            <a:r>
              <a:rPr sz="1150" spc="0" dirty="0" smtClean="0">
                <a:latin typeface="Georgia"/>
                <a:cs typeface="Georgia"/>
              </a:rPr>
              <a:t>013,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ion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9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out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 this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ber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20</a:t>
            </a:r>
            <a:r>
              <a:rPr sz="1150" spc="-9" dirty="0" smtClean="0">
                <a:latin typeface="Georgia"/>
                <a:cs typeface="Georgia"/>
              </a:rPr>
              <a:t>1</a:t>
            </a:r>
            <a:r>
              <a:rPr sz="1150" spc="0" dirty="0" smtClean="0">
                <a:latin typeface="Georgia"/>
                <a:cs typeface="Georgia"/>
              </a:rPr>
              <a:t>2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nf</a:t>
            </a:r>
            <a:r>
              <a:rPr sz="1150" spc="-4" dirty="0" smtClean="0">
                <a:latin typeface="Georgia"/>
                <a:cs typeface="Georgia"/>
              </a:rPr>
              <a:t>ere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4216" y="6097178"/>
            <a:ext cx="2880599" cy="171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80"/>
              </a:lnSpc>
              <a:spcBef>
                <a:spcPts val="64"/>
              </a:spcBef>
            </a:pPr>
            <a:r>
              <a:rPr sz="1150" b="1" u="sng" spc="-4" dirty="0" smtClean="0">
                <a:latin typeface="Georgia"/>
                <a:cs typeface="Georgia"/>
              </a:rPr>
              <a:t>S</a:t>
            </a:r>
            <a:r>
              <a:rPr sz="1150" b="1" u="sng" spc="0" dirty="0" smtClean="0">
                <a:latin typeface="Georgia"/>
                <a:cs typeface="Georgia"/>
              </a:rPr>
              <a:t>es</a:t>
            </a:r>
            <a:r>
              <a:rPr sz="1150" b="1" u="sng" spc="-4" dirty="0" smtClean="0">
                <a:latin typeface="Georgia"/>
                <a:cs typeface="Georgia"/>
              </a:rPr>
              <a:t>s</a:t>
            </a:r>
            <a:r>
              <a:rPr sz="1150" b="1" u="sng" spc="0" dirty="0" smtClean="0">
                <a:latin typeface="Georgia"/>
                <a:cs typeface="Georgia"/>
              </a:rPr>
              <a:t>ion</a:t>
            </a:r>
            <a:r>
              <a:rPr sz="1150" b="1" u="sng" spc="-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1</a:t>
            </a:r>
            <a:r>
              <a:rPr sz="1150" b="1" u="sng" spc="-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– </a:t>
            </a:r>
            <a:r>
              <a:rPr sz="1150" b="1" u="sng" spc="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Opening of t</a:t>
            </a:r>
            <a:r>
              <a:rPr sz="1150" b="1" u="sng" spc="-4" dirty="0" smtClean="0">
                <a:latin typeface="Georgia"/>
                <a:cs typeface="Georgia"/>
              </a:rPr>
              <a:t>h</a:t>
            </a:r>
            <a:r>
              <a:rPr sz="1150" b="1" u="sng" spc="0" dirty="0" smtClean="0">
                <a:latin typeface="Georgia"/>
                <a:cs typeface="Georgia"/>
              </a:rPr>
              <a:t>e co</a:t>
            </a:r>
            <a:r>
              <a:rPr sz="1150" b="1" u="sng" spc="-4" dirty="0" smtClean="0">
                <a:latin typeface="Georgia"/>
                <a:cs typeface="Georgia"/>
              </a:rPr>
              <a:t>n</a:t>
            </a:r>
            <a:r>
              <a:rPr sz="1150" b="1" u="sng" spc="0" dirty="0" smtClean="0">
                <a:latin typeface="Georgia"/>
                <a:cs typeface="Georgia"/>
              </a:rPr>
              <a:t>f</a:t>
            </a:r>
            <a:r>
              <a:rPr sz="1150" b="1" u="sng" spc="4" dirty="0" smtClean="0">
                <a:latin typeface="Georgia"/>
                <a:cs typeface="Georgia"/>
              </a:rPr>
              <a:t>e</a:t>
            </a:r>
            <a:r>
              <a:rPr sz="1150" b="1" u="sng" spc="0" dirty="0" smtClean="0">
                <a:latin typeface="Georgia"/>
                <a:cs typeface="Georgia"/>
              </a:rPr>
              <a:t>rence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4216" y="6339494"/>
            <a:ext cx="5870717" cy="28268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729" algn="just">
              <a:lnSpc>
                <a:spcPts val="1280"/>
              </a:lnSpc>
              <a:spcBef>
                <a:spcPts val="64"/>
              </a:spcBef>
            </a:pP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12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1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 </a:t>
            </a:r>
            <a:r>
              <a:rPr sz="1150" spc="1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 </a:t>
            </a:r>
            <a:r>
              <a:rPr sz="1150" spc="1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11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e, </a:t>
            </a:r>
            <a:r>
              <a:rPr sz="1150" spc="1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 </a:t>
            </a:r>
            <a:r>
              <a:rPr sz="1150" spc="12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d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f </a:t>
            </a:r>
            <a:r>
              <a:rPr sz="1150" spc="12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hm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r, </a:t>
            </a:r>
            <a:r>
              <a:rPr sz="1150" spc="1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Dep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ty </a:t>
            </a:r>
            <a:r>
              <a:rPr sz="1150" spc="14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tor-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ral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endParaRPr sz="1150">
              <a:latin typeface="Georgia"/>
              <a:cs typeface="Georgia"/>
            </a:endParaRPr>
          </a:p>
          <a:p>
            <a:pPr marL="12700" algn="just">
              <a:lnSpc>
                <a:spcPct val="94685"/>
              </a:lnSpc>
            </a:pP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Res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we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the pa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ticipants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9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ese</a:t>
            </a:r>
            <a:r>
              <a:rPr sz="1150" spc="0" dirty="0" smtClean="0">
                <a:latin typeface="Georgia"/>
                <a:cs typeface="Georgia"/>
              </a:rPr>
              <a:t>nted the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rre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4" dirty="0" smtClean="0">
                <a:latin typeface="Georgia"/>
                <a:cs typeface="Georgia"/>
              </a:rPr>
              <a:t> s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tion,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 of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 ju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 upgr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tchi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ee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9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those ne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ds in ord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ote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growth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-1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om</a:t>
            </a:r>
            <a:r>
              <a:rPr sz="1150" spc="0" dirty="0" smtClean="0">
                <a:latin typeface="Georgia"/>
                <a:cs typeface="Georgia"/>
              </a:rPr>
              <a:t>y.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ol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w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 S</a:t>
            </a:r>
            <a:r>
              <a:rPr sz="1150" spc="-9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hm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r'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dd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 </a:t>
            </a:r>
            <a:r>
              <a:rPr sz="1150" spc="4" dirty="0" smtClean="0">
                <a:latin typeface="Georgia"/>
                <a:cs typeface="Georgia"/>
              </a:rPr>
              <a:t>K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25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P</a:t>
            </a:r>
            <a:r>
              <a:rPr sz="1150" spc="0" dirty="0" smtClean="0">
                <a:latin typeface="Georgia"/>
                <a:cs typeface="Georgia"/>
              </a:rPr>
              <a:t>ol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9" dirty="0" smtClean="0">
                <a:latin typeface="Georgia"/>
                <a:cs typeface="Georgia"/>
              </a:rPr>
              <a:t>v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te for 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Tec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ology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ndu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9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D,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k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</a:t>
            </a:r>
            <a:r>
              <a:rPr sz="1150" spc="-4" dirty="0" smtClean="0">
                <a:latin typeface="Georgia"/>
                <a:cs typeface="Georgia"/>
              </a:rPr>
              <a:t>ke</a:t>
            </a:r>
            <a:r>
              <a:rPr sz="1150" spc="0" dirty="0" smtClean="0">
                <a:latin typeface="Georgia"/>
                <a:cs typeface="Georgia"/>
              </a:rPr>
              <a:t>ynote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dd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 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int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out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'</a:t>
            </a:r>
            <a:r>
              <a:rPr sz="1150" spc="0" dirty="0" smtClean="0">
                <a:latin typeface="Georgia"/>
                <a:cs typeface="Georgia"/>
              </a:rPr>
              <a:t>s bi</a:t>
            </a:r>
            <a:r>
              <a:rPr sz="1150" spc="19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om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nition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9" dirty="0" smtClean="0">
                <a:latin typeface="Georgia"/>
                <a:cs typeface="Georgia"/>
              </a:rPr>
              <a:t>f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om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-1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n'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highl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-9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ting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D’s gr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us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gi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th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tor.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his d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tin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 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und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3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thus 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tion.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4" dirty="0" smtClean="0">
                <a:latin typeface="Georgia"/>
                <a:cs typeface="Georgia"/>
              </a:rPr>
              <a:t> G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'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ese</a:t>
            </a:r>
            <a:r>
              <a:rPr sz="1150" spc="0" dirty="0" smtClean="0">
                <a:latin typeface="Georgia"/>
                <a:cs typeface="Georgia"/>
              </a:rPr>
              <a:t>nta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ion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wed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 in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tm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nts  in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resear</a:t>
            </a:r>
            <a:r>
              <a:rPr sz="1150" spc="1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lea</a:t>
            </a:r>
            <a:r>
              <a:rPr sz="1150" spc="0" dirty="0" smtClean="0">
                <a:latin typeface="Georgia"/>
                <a:cs typeface="Georgia"/>
              </a:rPr>
              <a:t>d  to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1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4" dirty="0" smtClean="0">
                <a:latin typeface="Georgia"/>
                <a:cs typeface="Georgia"/>
              </a:rPr>
              <a:t>on</a:t>
            </a:r>
            <a:r>
              <a:rPr sz="1150" spc="0" dirty="0" smtClean="0">
                <a:latin typeface="Georgia"/>
                <a:cs typeface="Georgia"/>
              </a:rPr>
              <a:t>-i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growth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ost </a:t>
            </a:r>
            <a:r>
              <a:rPr sz="1150" spc="-4" dirty="0" smtClean="0">
                <a:latin typeface="Georgia"/>
                <a:cs typeface="Georgia"/>
              </a:rPr>
              <a:t>are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with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k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2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2</a:t>
            </a:r>
            <a:r>
              <a:rPr sz="1150" spc="0" dirty="0" smtClean="0">
                <a:latin typeface="Georgia"/>
                <a:cs typeface="Georgia"/>
              </a:rPr>
              <a:t>5%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hemi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9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us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ir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profi</a:t>
            </a:r>
            <a:r>
              <a:rPr sz="1150" spc="4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4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Howeve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2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lea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17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odel</a:t>
            </a:r>
            <a:r>
              <a:rPr sz="1150" spc="18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1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und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rs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17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ich</a:t>
            </a:r>
            <a:r>
              <a:rPr sz="1150" spc="17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8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18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8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20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8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7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18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t</a:t>
            </a:r>
            <a:r>
              <a:rPr sz="1150" spc="-4" dirty="0" smtClean="0">
                <a:latin typeface="Georgia"/>
                <a:cs typeface="Georgia"/>
              </a:rPr>
              <a:t>as</a:t>
            </a:r>
            <a:r>
              <a:rPr sz="1150" spc="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qui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9" dirty="0" smtClean="0">
                <a:latin typeface="Georgia"/>
                <a:cs typeface="Georgia"/>
              </a:rPr>
              <a:t>f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ue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ns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s</a:t>
            </a:r>
            <a:r>
              <a:rPr sz="1150" spc="0" dirty="0" smtClean="0">
                <a:latin typeface="Georgia"/>
                <a:cs typeface="Georgia"/>
              </a:rPr>
              <a:t>ti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Su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nec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und</a:t>
            </a:r>
            <a:r>
              <a:rPr sz="1150" spc="-4" dirty="0" smtClean="0">
                <a:latin typeface="Georgia"/>
                <a:cs typeface="Georgia"/>
              </a:rPr>
              <a:t>ers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all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or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our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rk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ign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-4" dirty="0" smtClean="0">
                <a:latin typeface="Georgia"/>
                <a:cs typeface="Georgia"/>
              </a:rPr>
              <a:t>lea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-4" dirty="0" smtClean="0">
                <a:latin typeface="Georgia"/>
                <a:cs typeface="Georgia"/>
              </a:rPr>
              <a:t>aree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pa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th in the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ind</a:t>
            </a:r>
            <a:r>
              <a:rPr sz="1150" spc="-4" dirty="0" smtClean="0">
                <a:latin typeface="Georgia"/>
                <a:cs typeface="Georgia"/>
              </a:rPr>
              <a:t>us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4" dirty="0" smtClean="0">
                <a:latin typeface="Georgia"/>
                <a:cs typeface="Georgia"/>
              </a:rPr>
              <a:t> a</a:t>
            </a:r>
            <a:r>
              <a:rPr sz="1150" spc="0" dirty="0" smtClean="0">
                <a:latin typeface="Georgia"/>
                <a:cs typeface="Georgia"/>
              </a:rPr>
              <a:t>nd in </a:t>
            </a:r>
            <a:r>
              <a:rPr sz="1150" spc="4" dirty="0" smtClean="0">
                <a:latin typeface="Georgia"/>
                <a:cs typeface="Georgia"/>
              </a:rPr>
              <a:t>ac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,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op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nt 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icy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rks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835902" y="9592767"/>
            <a:ext cx="117493" cy="165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25"/>
              </a:lnSpc>
              <a:spcBef>
                <a:spcPts val="61"/>
              </a:spcBef>
            </a:pPr>
            <a:r>
              <a:rPr sz="1650" spc="0" baseline="2482" dirty="0" smtClean="0"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485775" y="612140"/>
            <a:ext cx="6396990" cy="705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74216" y="2382555"/>
            <a:ext cx="5878574" cy="171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80"/>
              </a:lnSpc>
              <a:spcBef>
                <a:spcPts val="64"/>
              </a:spcBef>
            </a:pPr>
            <a:r>
              <a:rPr sz="1150" b="1" u="sng" spc="-4" dirty="0" smtClean="0">
                <a:latin typeface="Georgia"/>
                <a:cs typeface="Georgia"/>
              </a:rPr>
              <a:t>S</a:t>
            </a:r>
            <a:r>
              <a:rPr sz="1150" b="1" u="sng" spc="0" dirty="0" smtClean="0">
                <a:latin typeface="Georgia"/>
                <a:cs typeface="Georgia"/>
              </a:rPr>
              <a:t>es</a:t>
            </a:r>
            <a:r>
              <a:rPr sz="1150" b="1" u="sng" spc="-4" dirty="0" smtClean="0">
                <a:latin typeface="Georgia"/>
                <a:cs typeface="Georgia"/>
              </a:rPr>
              <a:t>s</a:t>
            </a:r>
            <a:r>
              <a:rPr sz="1150" b="1" u="sng" spc="0" dirty="0" smtClean="0">
                <a:latin typeface="Georgia"/>
                <a:cs typeface="Georgia"/>
              </a:rPr>
              <a:t>ion </a:t>
            </a:r>
            <a:r>
              <a:rPr sz="1150" b="1" u="sng" spc="50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2 </a:t>
            </a:r>
            <a:r>
              <a:rPr sz="1150" b="1" u="sng" spc="50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–  </a:t>
            </a:r>
            <a:r>
              <a:rPr sz="1150" b="1" u="sng" spc="59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Alig</a:t>
            </a:r>
            <a:r>
              <a:rPr sz="1150" b="1" u="sng" spc="-4" dirty="0" smtClean="0">
                <a:latin typeface="Georgia"/>
                <a:cs typeface="Georgia"/>
              </a:rPr>
              <a:t>n</a:t>
            </a:r>
            <a:r>
              <a:rPr sz="1150" b="1" u="sng" spc="0" dirty="0" smtClean="0">
                <a:latin typeface="Georgia"/>
                <a:cs typeface="Georgia"/>
              </a:rPr>
              <a:t>ing </a:t>
            </a:r>
            <a:r>
              <a:rPr sz="1150" b="1" u="sng" spc="50" dirty="0" smtClean="0">
                <a:latin typeface="Georgia"/>
                <a:cs typeface="Georgia"/>
              </a:rPr>
              <a:t> </a:t>
            </a:r>
            <a:r>
              <a:rPr sz="1150" b="1" u="sng" spc="-4" dirty="0" smtClean="0">
                <a:latin typeface="Georgia"/>
                <a:cs typeface="Georgia"/>
              </a:rPr>
              <a:t>S</a:t>
            </a:r>
            <a:r>
              <a:rPr sz="1150" b="1" u="sng" spc="0" dirty="0" smtClean="0">
                <a:latin typeface="Georgia"/>
                <a:cs typeface="Georgia"/>
              </a:rPr>
              <a:t>cience </a:t>
            </a:r>
            <a:r>
              <a:rPr sz="1150" b="1" u="sng" spc="5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a</a:t>
            </a:r>
            <a:r>
              <a:rPr sz="1150" b="1" u="sng" spc="-4" dirty="0" smtClean="0">
                <a:latin typeface="Georgia"/>
                <a:cs typeface="Georgia"/>
              </a:rPr>
              <a:t>n</a:t>
            </a:r>
            <a:r>
              <a:rPr sz="1150" b="1" u="sng" spc="0" dirty="0" smtClean="0">
                <a:latin typeface="Georgia"/>
                <a:cs typeface="Georgia"/>
              </a:rPr>
              <a:t>d </a:t>
            </a:r>
            <a:r>
              <a:rPr sz="1150" b="1" u="sng" spc="5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In</a:t>
            </a:r>
            <a:r>
              <a:rPr sz="1150" b="1" u="sng" spc="4" dirty="0" smtClean="0">
                <a:latin typeface="Georgia"/>
                <a:cs typeface="Georgia"/>
              </a:rPr>
              <a:t>n</a:t>
            </a:r>
            <a:r>
              <a:rPr sz="1150" b="1" u="sng" spc="0" dirty="0" smtClean="0">
                <a:latin typeface="Georgia"/>
                <a:cs typeface="Georgia"/>
              </a:rPr>
              <a:t>o</a:t>
            </a:r>
            <a:r>
              <a:rPr sz="1150" b="1" u="sng" spc="-4" dirty="0" smtClean="0">
                <a:latin typeface="Georgia"/>
                <a:cs typeface="Georgia"/>
              </a:rPr>
              <a:t>v</a:t>
            </a:r>
            <a:r>
              <a:rPr sz="1150" b="1" u="sng" spc="0" dirty="0" smtClean="0">
                <a:latin typeface="Georgia"/>
                <a:cs typeface="Georgia"/>
              </a:rPr>
              <a:t>a</a:t>
            </a:r>
            <a:r>
              <a:rPr sz="1150" b="1" u="sng" spc="-4" dirty="0" smtClean="0">
                <a:latin typeface="Georgia"/>
                <a:cs typeface="Georgia"/>
              </a:rPr>
              <a:t>t</a:t>
            </a:r>
            <a:r>
              <a:rPr sz="1150" b="1" u="sng" spc="0" dirty="0" smtClean="0">
                <a:latin typeface="Georgia"/>
                <a:cs typeface="Georgia"/>
              </a:rPr>
              <a:t>ion </a:t>
            </a:r>
            <a:r>
              <a:rPr sz="1150" b="1" u="sng" spc="5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with </a:t>
            </a:r>
            <a:r>
              <a:rPr sz="1150" b="1" u="sng" spc="49" dirty="0" smtClean="0">
                <a:latin typeface="Georgia"/>
                <a:cs typeface="Georgia"/>
              </a:rPr>
              <a:t> </a:t>
            </a:r>
            <a:r>
              <a:rPr sz="1150" b="1" u="sng" spc="-4" dirty="0" smtClean="0">
                <a:latin typeface="Georgia"/>
                <a:cs typeface="Georgia"/>
              </a:rPr>
              <a:t>G</a:t>
            </a:r>
            <a:r>
              <a:rPr sz="1150" b="1" u="sng" spc="0" dirty="0" smtClean="0">
                <a:latin typeface="Georgia"/>
                <a:cs typeface="Georgia"/>
              </a:rPr>
              <a:t>lob</a:t>
            </a:r>
            <a:r>
              <a:rPr sz="1150" b="1" u="sng" spc="-4" dirty="0" smtClean="0">
                <a:latin typeface="Georgia"/>
                <a:cs typeface="Georgia"/>
              </a:rPr>
              <a:t>a</a:t>
            </a:r>
            <a:r>
              <a:rPr sz="1150" b="1" u="sng" spc="0" dirty="0" smtClean="0">
                <a:latin typeface="Georgia"/>
                <a:cs typeface="Georgia"/>
              </a:rPr>
              <a:t>l </a:t>
            </a:r>
            <a:r>
              <a:rPr sz="1150" b="1" u="sng" spc="59" dirty="0" smtClean="0">
                <a:latin typeface="Georgia"/>
                <a:cs typeface="Georgia"/>
              </a:rPr>
              <a:t> </a:t>
            </a:r>
            <a:r>
              <a:rPr sz="1150" b="1" u="sng" spc="4" dirty="0" smtClean="0">
                <a:latin typeface="Georgia"/>
                <a:cs typeface="Georgia"/>
              </a:rPr>
              <a:t>C</a:t>
            </a:r>
            <a:r>
              <a:rPr sz="1150" b="1" u="sng" spc="0" dirty="0" smtClean="0">
                <a:latin typeface="Georgia"/>
                <a:cs typeface="Georgia"/>
              </a:rPr>
              <a:t>h</a:t>
            </a:r>
            <a:r>
              <a:rPr sz="1150" b="1" u="sng" spc="-4" dirty="0" smtClean="0">
                <a:latin typeface="Georgia"/>
                <a:cs typeface="Georgia"/>
              </a:rPr>
              <a:t>a</a:t>
            </a:r>
            <a:r>
              <a:rPr sz="1150" b="1" u="sng" spc="0" dirty="0" smtClean="0">
                <a:latin typeface="Georgia"/>
                <a:cs typeface="Georgia"/>
              </a:rPr>
              <a:t>llen</a:t>
            </a:r>
            <a:r>
              <a:rPr sz="1150" b="1" u="sng" spc="-4" dirty="0" smtClean="0">
                <a:latin typeface="Georgia"/>
                <a:cs typeface="Georgia"/>
              </a:rPr>
              <a:t>g</a:t>
            </a:r>
            <a:r>
              <a:rPr sz="1150" b="1" u="sng" spc="0" dirty="0" smtClean="0">
                <a:latin typeface="Georgia"/>
                <a:cs typeface="Georgia"/>
              </a:rPr>
              <a:t>es </a:t>
            </a:r>
            <a:r>
              <a:rPr sz="1150" b="1" u="sng" spc="5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a</a:t>
            </a:r>
            <a:r>
              <a:rPr sz="1150" b="1" u="sng" spc="-4" dirty="0" smtClean="0">
                <a:latin typeface="Georgia"/>
                <a:cs typeface="Georgia"/>
              </a:rPr>
              <a:t>n</a:t>
            </a:r>
            <a:r>
              <a:rPr sz="1150" b="1" u="sng" spc="0" dirty="0" smtClean="0">
                <a:latin typeface="Georgia"/>
                <a:cs typeface="Georgia"/>
              </a:rPr>
              <a:t>d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74216" y="2548671"/>
            <a:ext cx="2949318" cy="171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80"/>
              </a:lnSpc>
              <a:spcBef>
                <a:spcPts val="64"/>
              </a:spcBef>
            </a:pPr>
            <a:r>
              <a:rPr sz="1150" b="1" u="sng" spc="0" dirty="0" smtClean="0">
                <a:latin typeface="Georgia"/>
                <a:cs typeface="Georgia"/>
              </a:rPr>
              <a:t>Bioecon</a:t>
            </a:r>
            <a:r>
              <a:rPr sz="1150" b="1" u="sng" spc="-14" dirty="0" smtClean="0">
                <a:latin typeface="Georgia"/>
                <a:cs typeface="Georgia"/>
              </a:rPr>
              <a:t>o</a:t>
            </a:r>
            <a:r>
              <a:rPr sz="1150" b="1" u="sng" spc="4" dirty="0" smtClean="0">
                <a:latin typeface="Georgia"/>
                <a:cs typeface="Georgia"/>
              </a:rPr>
              <a:t>m</a:t>
            </a:r>
            <a:r>
              <a:rPr sz="1150" b="1" u="sng" spc="0" dirty="0" smtClean="0">
                <a:latin typeface="Georgia"/>
                <a:cs typeface="Georgia"/>
              </a:rPr>
              <a:t>y needs:</a:t>
            </a:r>
            <a:r>
              <a:rPr sz="1150" b="1" u="sng" spc="-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skills</a:t>
            </a:r>
            <a:r>
              <a:rPr sz="1150" b="1" u="sng" spc="-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for scie</a:t>
            </a:r>
            <a:r>
              <a:rPr sz="1150" b="1" u="sng" spc="-4" dirty="0" smtClean="0">
                <a:latin typeface="Georgia"/>
                <a:cs typeface="Georgia"/>
              </a:rPr>
              <a:t>n</a:t>
            </a:r>
            <a:r>
              <a:rPr sz="1150" b="1" u="sng" spc="0" dirty="0" smtClean="0">
                <a:latin typeface="Georgia"/>
                <a:cs typeface="Georgia"/>
              </a:rPr>
              <a:t>ti</a:t>
            </a:r>
            <a:r>
              <a:rPr sz="1150" b="1" u="sng" spc="-4" dirty="0" smtClean="0">
                <a:latin typeface="Georgia"/>
                <a:cs typeface="Georgia"/>
              </a:rPr>
              <a:t>s</a:t>
            </a:r>
            <a:r>
              <a:rPr sz="1150" b="1" u="sng" spc="0" dirty="0" smtClean="0">
                <a:latin typeface="Georgia"/>
                <a:cs typeface="Georgia"/>
              </a:rPr>
              <a:t>ts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4216" y="2790987"/>
            <a:ext cx="5871115" cy="64911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233" algn="just">
              <a:lnSpc>
                <a:spcPts val="1280"/>
              </a:lnSpc>
              <a:spcBef>
                <a:spcPts val="64"/>
              </a:spcBef>
            </a:pP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8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odu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8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this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pan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9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ese</a:t>
            </a:r>
            <a:r>
              <a:rPr sz="1150" spc="0" dirty="0" smtClean="0">
                <a:latin typeface="Georgia"/>
                <a:cs typeface="Georgia"/>
              </a:rPr>
              <a:t>nted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8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new</a:t>
            </a:r>
            <a:r>
              <a:rPr sz="1150" spc="8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9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7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7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endParaRPr sz="1150">
              <a:latin typeface="Georgia"/>
              <a:cs typeface="Georgia"/>
            </a:endParaRPr>
          </a:p>
          <a:p>
            <a:pPr marL="12700" marR="6" algn="just">
              <a:lnSpc>
                <a:spcPct val="94591"/>
              </a:lnSpc>
            </a:pP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bet</a:t>
            </a:r>
            <a:r>
              <a:rPr sz="1150" spc="-4" dirty="0" smtClean="0">
                <a:latin typeface="Georgia"/>
                <a:cs typeface="Georgia"/>
              </a:rPr>
              <a:t>te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ign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tivit</a:t>
            </a:r>
            <a:r>
              <a:rPr sz="1150" spc="-4" dirty="0" smtClean="0">
                <a:latin typeface="Georgia"/>
                <a:cs typeface="Georgia"/>
              </a:rPr>
              <a:t>ie</a:t>
            </a:r>
            <a:r>
              <a:rPr sz="1150" spc="1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 we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 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 int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ol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tions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dd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s g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b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4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dd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tion,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pan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ese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4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ip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ines 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 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all</a:t>
            </a:r>
            <a:r>
              <a:rPr sz="1150" spc="0" dirty="0" smtClean="0">
                <a:latin typeface="Georgia"/>
                <a:cs typeface="Georgia"/>
              </a:rPr>
              <a:t>ow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e prof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s 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int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9" dirty="0" smtClean="0">
                <a:latin typeface="Georgia"/>
                <a:cs typeface="Georgia"/>
              </a:rPr>
              <a:t> d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4" dirty="0" smtClean="0">
                <a:latin typeface="Georgia"/>
                <a:cs typeface="Georgia"/>
              </a:rPr>
              <a:t> a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ol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tion betw</a:t>
            </a:r>
            <a:r>
              <a:rPr sz="1150" spc="-4" dirty="0" smtClean="0">
                <a:latin typeface="Georgia"/>
                <a:cs typeface="Georgia"/>
              </a:rPr>
              <a:t>ee</a:t>
            </a:r>
            <a:r>
              <a:rPr sz="1150" spc="0" dirty="0" smtClean="0">
                <a:latin typeface="Georgia"/>
                <a:cs typeface="Georgia"/>
              </a:rPr>
              <a:t>n the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ip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ine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  <a:p>
            <a:pPr marL="12700" marR="5397" algn="just">
              <a:lnSpc>
                <a:spcPts val="1400"/>
              </a:lnSpc>
              <a:spcBef>
                <a:spcPts val="70"/>
              </a:spcBef>
            </a:pPr>
            <a:r>
              <a:rPr sz="1725" spc="-4" baseline="2551" dirty="0" smtClean="0">
                <a:latin typeface="Georgia"/>
                <a:cs typeface="Georgia"/>
              </a:rPr>
              <a:t>I</a:t>
            </a:r>
            <a:r>
              <a:rPr sz="1725" spc="0" baseline="2551" dirty="0" smtClean="0">
                <a:latin typeface="Georgia"/>
                <a:cs typeface="Georgia"/>
              </a:rPr>
              <a:t>n </a:t>
            </a:r>
            <a:r>
              <a:rPr sz="1725" spc="84" baseline="2551" dirty="0" smtClean="0">
                <a:latin typeface="Georgia"/>
                <a:cs typeface="Georgia"/>
              </a:rPr>
              <a:t> </a:t>
            </a:r>
            <a:r>
              <a:rPr sz="1725" spc="0" baseline="2551" dirty="0" smtClean="0">
                <a:latin typeface="Georgia"/>
                <a:cs typeface="Georgia"/>
              </a:rPr>
              <a:t>pa</a:t>
            </a:r>
            <a:r>
              <a:rPr sz="1725" spc="-4" baseline="2551" dirty="0" smtClean="0">
                <a:latin typeface="Georgia"/>
                <a:cs typeface="Georgia"/>
              </a:rPr>
              <a:t>r</a:t>
            </a:r>
            <a:r>
              <a:rPr sz="1725" spc="0" baseline="2551" dirty="0" smtClean="0">
                <a:latin typeface="Georgia"/>
                <a:cs typeface="Georgia"/>
              </a:rPr>
              <a:t>ticu</a:t>
            </a:r>
            <a:r>
              <a:rPr sz="1725" spc="-4" baseline="2551" dirty="0" smtClean="0">
                <a:latin typeface="Georgia"/>
                <a:cs typeface="Georgia"/>
              </a:rPr>
              <a:t>lar</a:t>
            </a:r>
            <a:r>
              <a:rPr sz="1725" spc="0" baseline="2551" dirty="0" smtClean="0">
                <a:latin typeface="Georgia"/>
                <a:cs typeface="Georgia"/>
              </a:rPr>
              <a:t>, </a:t>
            </a:r>
            <a:r>
              <a:rPr sz="1725" spc="79" baseline="2551" dirty="0" smtClean="0">
                <a:latin typeface="Georgia"/>
                <a:cs typeface="Georgia"/>
              </a:rPr>
              <a:t> </a:t>
            </a:r>
            <a:r>
              <a:rPr sz="1725" spc="0" baseline="2551" dirty="0" smtClean="0">
                <a:latin typeface="Georgia"/>
                <a:cs typeface="Georgia"/>
              </a:rPr>
              <a:t>Mr </a:t>
            </a:r>
            <a:r>
              <a:rPr sz="1725" spc="75" baseline="2551" dirty="0" smtClean="0">
                <a:latin typeface="Georgia"/>
                <a:cs typeface="Georgia"/>
              </a:rPr>
              <a:t> </a:t>
            </a:r>
            <a:r>
              <a:rPr sz="1725" spc="4" baseline="2551" dirty="0" smtClean="0">
                <a:latin typeface="Georgia"/>
                <a:cs typeface="Georgia"/>
              </a:rPr>
              <a:t>U</a:t>
            </a:r>
            <a:r>
              <a:rPr sz="1725" spc="-4" baseline="2551" dirty="0" smtClean="0">
                <a:latin typeface="Georgia"/>
                <a:cs typeface="Georgia"/>
              </a:rPr>
              <a:t>lr</a:t>
            </a:r>
            <a:r>
              <a:rPr sz="1725" spc="0" baseline="2551" dirty="0" smtClean="0">
                <a:latin typeface="Georgia"/>
                <a:cs typeface="Georgia"/>
              </a:rPr>
              <a:t>ich </a:t>
            </a:r>
            <a:r>
              <a:rPr sz="1725" spc="79" baseline="2551" dirty="0" smtClean="0">
                <a:latin typeface="Georgia"/>
                <a:cs typeface="Georgia"/>
              </a:rPr>
              <a:t> </a:t>
            </a:r>
            <a:r>
              <a:rPr sz="1725" spc="-9" baseline="2551" dirty="0" smtClean="0">
                <a:latin typeface="Georgia"/>
                <a:cs typeface="Georgia"/>
              </a:rPr>
              <a:t>S</a:t>
            </a:r>
            <a:r>
              <a:rPr sz="1725" spc="4" baseline="2551" dirty="0" smtClean="0">
                <a:latin typeface="Georgia"/>
                <a:cs typeface="Georgia"/>
              </a:rPr>
              <a:t>c</a:t>
            </a:r>
            <a:r>
              <a:rPr sz="1725" spc="0" baseline="2551" dirty="0" smtClean="0">
                <a:latin typeface="Georgia"/>
                <a:cs typeface="Georgia"/>
              </a:rPr>
              <a:t>hu</a:t>
            </a:r>
            <a:r>
              <a:rPr sz="1725" spc="-4" baseline="2551" dirty="0" smtClean="0">
                <a:latin typeface="Georgia"/>
                <a:cs typeface="Georgia"/>
              </a:rPr>
              <a:t>rr</a:t>
            </a:r>
            <a:r>
              <a:rPr sz="1725" spc="0" baseline="2551" dirty="0" smtClean="0">
                <a:latin typeface="Georgia"/>
                <a:cs typeface="Georgia"/>
              </a:rPr>
              <a:t>, </a:t>
            </a:r>
            <a:r>
              <a:rPr sz="1725" spc="79" baseline="2551" dirty="0" smtClean="0">
                <a:latin typeface="Georgia"/>
                <a:cs typeface="Georgia"/>
              </a:rPr>
              <a:t> </a:t>
            </a:r>
            <a:r>
              <a:rPr sz="1725" spc="0" baseline="2551" dirty="0" smtClean="0">
                <a:latin typeface="Georgia"/>
                <a:cs typeface="Georgia"/>
              </a:rPr>
              <a:t>Di</a:t>
            </a:r>
            <a:r>
              <a:rPr sz="1725" spc="-4" baseline="2551" dirty="0" smtClean="0">
                <a:latin typeface="Georgia"/>
                <a:cs typeface="Georgia"/>
              </a:rPr>
              <a:t>re</a:t>
            </a:r>
            <a:r>
              <a:rPr sz="1725" spc="4" baseline="2551" dirty="0" smtClean="0">
                <a:latin typeface="Georgia"/>
                <a:cs typeface="Georgia"/>
              </a:rPr>
              <a:t>c</a:t>
            </a:r>
            <a:r>
              <a:rPr sz="1725" spc="0" baseline="2551" dirty="0" smtClean="0">
                <a:latin typeface="Georgia"/>
                <a:cs typeface="Georgia"/>
              </a:rPr>
              <a:t>tor </a:t>
            </a:r>
            <a:r>
              <a:rPr sz="1725" spc="79" baseline="2551" dirty="0" smtClean="0">
                <a:latin typeface="Georgia"/>
                <a:cs typeface="Georgia"/>
              </a:rPr>
              <a:t> </a:t>
            </a:r>
            <a:r>
              <a:rPr sz="1725" spc="0" baseline="2551" dirty="0" smtClean="0">
                <a:latin typeface="Georgia"/>
                <a:cs typeface="Georgia"/>
              </a:rPr>
              <a:t>of </a:t>
            </a:r>
            <a:r>
              <a:rPr sz="1725" spc="69" baseline="2551" dirty="0" smtClean="0">
                <a:latin typeface="Georgia"/>
                <a:cs typeface="Georgia"/>
              </a:rPr>
              <a:t> </a:t>
            </a:r>
            <a:r>
              <a:rPr sz="1725" spc="0" baseline="2551" dirty="0" smtClean="0">
                <a:latin typeface="Georgia"/>
                <a:cs typeface="Georgia"/>
              </a:rPr>
              <a:t>the </a:t>
            </a:r>
            <a:r>
              <a:rPr sz="1725" spc="75" baseline="2551" dirty="0" smtClean="0">
                <a:latin typeface="Georgia"/>
                <a:cs typeface="Georgia"/>
              </a:rPr>
              <a:t> </a:t>
            </a:r>
            <a:r>
              <a:rPr sz="1725" spc="25" baseline="2551" dirty="0" smtClean="0">
                <a:latin typeface="Georgia"/>
                <a:cs typeface="Georgia"/>
              </a:rPr>
              <a:t>J</a:t>
            </a:r>
            <a:r>
              <a:rPr sz="1725" spc="-4" baseline="2374" dirty="0" smtClean="0">
                <a:latin typeface="Calibri"/>
                <a:cs typeface="Calibri"/>
              </a:rPr>
              <a:t>ü</a:t>
            </a:r>
            <a:r>
              <a:rPr sz="1725" spc="-4" baseline="2551" dirty="0" smtClean="0">
                <a:latin typeface="Georgia"/>
                <a:cs typeface="Georgia"/>
              </a:rPr>
              <a:t>l</a:t>
            </a:r>
            <a:r>
              <a:rPr sz="1725" spc="0" baseline="2551" dirty="0" smtClean="0">
                <a:latin typeface="Georgia"/>
                <a:cs typeface="Georgia"/>
              </a:rPr>
              <a:t>ich </a:t>
            </a:r>
            <a:r>
              <a:rPr sz="1725" spc="79" baseline="2551" dirty="0" smtClean="0">
                <a:latin typeface="Georgia"/>
                <a:cs typeface="Georgia"/>
              </a:rPr>
              <a:t> </a:t>
            </a:r>
            <a:r>
              <a:rPr sz="1725" spc="-4" baseline="2551" dirty="0" smtClean="0">
                <a:latin typeface="Georgia"/>
                <a:cs typeface="Georgia"/>
              </a:rPr>
              <a:t>I</a:t>
            </a:r>
            <a:r>
              <a:rPr sz="1725" spc="0" baseline="2551" dirty="0" smtClean="0">
                <a:latin typeface="Georgia"/>
                <a:cs typeface="Georgia"/>
              </a:rPr>
              <a:t>ns</a:t>
            </a:r>
            <a:r>
              <a:rPr sz="1725" spc="-4" baseline="2551" dirty="0" smtClean="0">
                <a:latin typeface="Georgia"/>
                <a:cs typeface="Georgia"/>
              </a:rPr>
              <a:t>t</a:t>
            </a:r>
            <a:r>
              <a:rPr sz="1725" spc="0" baseline="2551" dirty="0" smtClean="0">
                <a:latin typeface="Georgia"/>
                <a:cs typeface="Georgia"/>
              </a:rPr>
              <a:t>it</a:t>
            </a:r>
            <a:r>
              <a:rPr sz="1725" spc="-4" baseline="2551" dirty="0" smtClean="0">
                <a:latin typeface="Georgia"/>
                <a:cs typeface="Georgia"/>
              </a:rPr>
              <a:t>u</a:t>
            </a:r>
            <a:r>
              <a:rPr sz="1725" spc="0" baseline="2551" dirty="0" smtClean="0">
                <a:latin typeface="Georgia"/>
                <a:cs typeface="Georgia"/>
              </a:rPr>
              <a:t>te </a:t>
            </a:r>
            <a:r>
              <a:rPr sz="1725" spc="75" baseline="2551" dirty="0" smtClean="0">
                <a:latin typeface="Georgia"/>
                <a:cs typeface="Georgia"/>
              </a:rPr>
              <a:t> </a:t>
            </a:r>
            <a:r>
              <a:rPr sz="1725" spc="0" baseline="2551" dirty="0" smtClean="0">
                <a:latin typeface="Georgia"/>
                <a:cs typeface="Georgia"/>
              </a:rPr>
              <a:t>for </a:t>
            </a:r>
            <a:r>
              <a:rPr sz="1725" spc="75" baseline="2551" dirty="0" smtClean="0">
                <a:latin typeface="Georgia"/>
                <a:cs typeface="Georgia"/>
              </a:rPr>
              <a:t> </a:t>
            </a:r>
            <a:r>
              <a:rPr sz="1725" spc="4" baseline="2551" dirty="0" smtClean="0">
                <a:latin typeface="Georgia"/>
                <a:cs typeface="Georgia"/>
              </a:rPr>
              <a:t>P</a:t>
            </a:r>
            <a:r>
              <a:rPr sz="1725" spc="-4" baseline="2551" dirty="0" smtClean="0">
                <a:latin typeface="Georgia"/>
                <a:cs typeface="Georgia"/>
              </a:rPr>
              <a:t>la</a:t>
            </a:r>
            <a:r>
              <a:rPr sz="1725" spc="0" baseline="2551" dirty="0" smtClean="0">
                <a:latin typeface="Georgia"/>
                <a:cs typeface="Georgia"/>
              </a:rPr>
              <a:t>nt </a:t>
            </a:r>
            <a:r>
              <a:rPr sz="1725" spc="84" baseline="2551" dirty="0" smtClean="0">
                <a:latin typeface="Georgia"/>
                <a:cs typeface="Georgia"/>
              </a:rPr>
              <a:t> </a:t>
            </a:r>
            <a:r>
              <a:rPr sz="1725" spc="-4" baseline="2551" dirty="0" smtClean="0">
                <a:latin typeface="Georgia"/>
                <a:cs typeface="Georgia"/>
              </a:rPr>
              <a:t>Resear</a:t>
            </a:r>
            <a:r>
              <a:rPr sz="1725" spc="4" baseline="2551" dirty="0" smtClean="0">
                <a:latin typeface="Georgia"/>
                <a:cs typeface="Georgia"/>
              </a:rPr>
              <a:t>c</a:t>
            </a:r>
            <a:r>
              <a:rPr sz="1725" spc="0" baseline="2551" dirty="0" smtClean="0">
                <a:latin typeface="Georgia"/>
                <a:cs typeface="Georgia"/>
              </a:rPr>
              <a:t>h,</a:t>
            </a:r>
            <a:endParaRPr sz="1150">
              <a:latin typeface="Georgia"/>
              <a:cs typeface="Georgia"/>
            </a:endParaRPr>
          </a:p>
          <a:p>
            <a:pPr marL="12700" algn="just">
              <a:lnSpc>
                <a:spcPct val="94685"/>
              </a:lnSpc>
            </a:pP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sse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n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way f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om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‘f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ty’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oach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-4" dirty="0" smtClean="0">
                <a:latin typeface="Georgia"/>
                <a:cs typeface="Georgia"/>
              </a:rPr>
              <a:t>aree</a:t>
            </a:r>
            <a:r>
              <a:rPr sz="1150" spc="0" dirty="0" smtClean="0">
                <a:latin typeface="Georgia"/>
                <a:cs typeface="Georgia"/>
              </a:rPr>
              <a:t>r 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op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v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ion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1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v</a:t>
            </a:r>
            <a:r>
              <a:rPr sz="1150" spc="0" dirty="0" smtClean="0">
                <a:latin typeface="Georgia"/>
                <a:cs typeface="Georgia"/>
              </a:rPr>
              <a:t>olving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om</a:t>
            </a:r>
            <a:r>
              <a:rPr sz="1150" spc="0" dirty="0" smtClean="0">
                <a:latin typeface="Georgia"/>
                <a:cs typeface="Georgia"/>
              </a:rPr>
              <a:t>y,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ty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fel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g.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ticu</a:t>
            </a:r>
            <a:r>
              <a:rPr sz="1150" spc="-4" dirty="0" smtClean="0">
                <a:latin typeface="Georgia"/>
                <a:cs typeface="Georgia"/>
              </a:rPr>
              <a:t>lar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id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s to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th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qui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nts: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ti</a:t>
            </a:r>
            <a:r>
              <a:rPr sz="1150" spc="-9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4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4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4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ba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6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te</a:t>
            </a:r>
            <a:r>
              <a:rPr sz="1150" spc="14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this</a:t>
            </a:r>
            <a:r>
              <a:rPr sz="1150" spc="15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1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14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with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3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27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with 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.  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9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ding  int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  with 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27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y,</a:t>
            </a:r>
            <a:r>
              <a:rPr sz="1150" spc="2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</a:t>
            </a:r>
            <a:r>
              <a:rPr sz="1150" spc="2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2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Jü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ich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ns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te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x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ined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2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hift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 a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1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14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-bu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ine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oach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d. 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his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 in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0" dirty="0" smtClean="0">
                <a:latin typeface="Georgia"/>
                <a:cs typeface="Georgia"/>
              </a:rPr>
              <a:t>olve 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yst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tic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oaches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ink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with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production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-1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esses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ls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pro</a:t>
            </a:r>
            <a:r>
              <a:rPr sz="1150" spc="25" dirty="0" smtClean="0">
                <a:latin typeface="Georgia"/>
                <a:cs typeface="Georgia"/>
              </a:rPr>
              <a:t>v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'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wa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1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k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ts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the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y,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t</a:t>
            </a:r>
            <a:r>
              <a:rPr sz="1150" spc="-9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bet</a:t>
            </a:r>
            <a:r>
              <a:rPr sz="1150" spc="-4" dirty="0" smtClean="0">
                <a:latin typeface="Georgia"/>
                <a:cs typeface="Georgia"/>
              </a:rPr>
              <a:t>te</a:t>
            </a:r>
            <a:r>
              <a:rPr sz="1150" spc="0" dirty="0" smtClean="0">
                <a:latin typeface="Georgia"/>
                <a:cs typeface="Georgia"/>
              </a:rPr>
              <a:t>r 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ne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ori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ga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ding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int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vi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ion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-4" dirty="0" smtClean="0">
                <a:latin typeface="Georgia"/>
                <a:cs typeface="Georgia"/>
              </a:rPr>
              <a:t>v</a:t>
            </a:r>
            <a:r>
              <a:rPr sz="1150" spc="0" dirty="0" smtClean="0">
                <a:latin typeface="Georgia"/>
                <a:cs typeface="Georgia"/>
              </a:rPr>
              <a:t>olving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id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ntif</a:t>
            </a:r>
            <a:r>
              <a:rPr sz="1150" spc="-4" dirty="0" smtClean="0">
                <a:latin typeface="Georgia"/>
                <a:cs typeface="Georgia"/>
              </a:rPr>
              <a:t>ie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mm</a:t>
            </a:r>
            <a:r>
              <a:rPr sz="1150" spc="-1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 a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ke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as</a:t>
            </a:r>
            <a:r>
              <a:rPr sz="1150" spc="0" dirty="0" smtClean="0">
                <a:latin typeface="Georgia"/>
                <a:cs typeface="Georgia"/>
              </a:rPr>
              <a:t>pect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ba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ing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ut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bene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ts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gen</a:t>
            </a:r>
            <a:r>
              <a:rPr sz="1150" spc="-4" dirty="0" smtClean="0">
                <a:latin typeface="Georgia"/>
                <a:cs typeface="Georgia"/>
              </a:rPr>
              <a:t>era</a:t>
            </a:r>
            <a:r>
              <a:rPr sz="1150" spc="0" dirty="0" smtClean="0">
                <a:latin typeface="Georgia"/>
                <a:cs typeface="Georgia"/>
              </a:rPr>
              <a:t>ting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b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pt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dd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tion,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 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ining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1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de</a:t>
            </a:r>
            <a:r>
              <a:rPr sz="1150" spc="4" dirty="0" smtClean="0">
                <a:latin typeface="Georgia"/>
                <a:cs typeface="Georgia"/>
              </a:rPr>
              <a:t> a</a:t>
            </a:r>
            <a:r>
              <a:rPr sz="1150" spc="0" dirty="0" smtClean="0">
                <a:latin typeface="Georgia"/>
                <a:cs typeface="Georgia"/>
              </a:rPr>
              <a:t>vai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ts but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ls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 f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ers</a:t>
            </a:r>
            <a:r>
              <a:rPr sz="1150" spc="0" dirty="0" smtClean="0">
                <a:latin typeface="Georgia"/>
                <a:cs typeface="Georgia"/>
              </a:rPr>
              <a:t>, ho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ticu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ine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  <a:p>
            <a:pPr marL="12700" marR="2017" algn="just">
              <a:lnSpc>
                <a:spcPct val="94591"/>
              </a:lnSpc>
            </a:pPr>
            <a:r>
              <a:rPr sz="1150" spc="0" dirty="0" smtClean="0">
                <a:latin typeface="Georgia"/>
                <a:cs typeface="Georgia"/>
              </a:rPr>
              <a:t>Mr 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ö</a:t>
            </a:r>
            <a:r>
              <a:rPr sz="1150" spc="4" dirty="0" smtClean="0">
                <a:latin typeface="Georgia"/>
                <a:cs typeface="Georgia"/>
              </a:rPr>
              <a:t>ß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Vic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Rese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a </a:t>
            </a:r>
            <a:r>
              <a:rPr sz="1150" spc="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ers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4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his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ese</a:t>
            </a:r>
            <a:r>
              <a:rPr sz="1150" spc="0" dirty="0" smtClean="0">
                <a:latin typeface="Georgia"/>
                <a:cs typeface="Georgia"/>
              </a:rPr>
              <a:t>nta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ion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int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nect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 bi</a:t>
            </a:r>
            <a:r>
              <a:rPr sz="1150" spc="25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y.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ticu</a:t>
            </a:r>
            <a:r>
              <a:rPr sz="1150" spc="-4" dirty="0" smtClean="0">
                <a:latin typeface="Georgia"/>
                <a:cs typeface="Georgia"/>
              </a:rPr>
              <a:t>lar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sse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in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ord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 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prope</a:t>
            </a:r>
            <a:r>
              <a:rPr sz="1150" spc="-4" dirty="0" smtClean="0">
                <a:latin typeface="Georgia"/>
                <a:cs typeface="Georgia"/>
              </a:rPr>
              <a:t>rl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4" dirty="0" smtClean="0">
                <a:latin typeface="Georgia"/>
                <a:cs typeface="Georgia"/>
              </a:rPr>
              <a:t>ac</a:t>
            </a:r>
            <a:r>
              <a:rPr sz="1150" spc="0" dirty="0" smtClean="0">
                <a:latin typeface="Georgia"/>
                <a:cs typeface="Georgia"/>
              </a:rPr>
              <a:t>e up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g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b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14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alle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ge</a:t>
            </a:r>
            <a:r>
              <a:rPr sz="1150" spc="0" dirty="0" smtClean="0">
                <a:latin typeface="Georgia"/>
                <a:cs typeface="Georgia"/>
              </a:rPr>
              <a:t>s the bi</a:t>
            </a:r>
            <a:r>
              <a:rPr sz="1150" spc="3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wants 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kle</a:t>
            </a:r>
            <a:r>
              <a:rPr sz="1150" spc="0" dirty="0" smtClean="0">
                <a:latin typeface="Georgia"/>
                <a:cs typeface="Georgia"/>
              </a:rPr>
              <a:t>, unive</a:t>
            </a:r>
            <a:r>
              <a:rPr sz="1150" spc="-4" dirty="0" smtClean="0">
                <a:latin typeface="Georgia"/>
                <a:cs typeface="Georgia"/>
              </a:rPr>
              <a:t>rs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4" dirty="0" smtClean="0">
                <a:latin typeface="Georgia"/>
                <a:cs typeface="Georgia"/>
              </a:rPr>
              <a:t>ie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have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o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0" dirty="0" smtClean="0">
                <a:latin typeface="Georgia"/>
                <a:cs typeface="Georgia"/>
              </a:rPr>
              <a:t>ide  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ir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1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ts  with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3</a:t>
            </a:r>
            <a:r>
              <a:rPr sz="1150" spc="9" dirty="0" smtClean="0">
                <a:latin typeface="Georgia"/>
                <a:cs typeface="Georgia"/>
              </a:rPr>
              <a:t>6</a:t>
            </a:r>
            <a:r>
              <a:rPr sz="1150" spc="0" dirty="0" smtClean="0">
                <a:latin typeface="Georgia"/>
                <a:cs typeface="Georgia"/>
              </a:rPr>
              <a:t>0°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view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 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those  i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9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,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igni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 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ir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cur</a:t>
            </a:r>
            <a:r>
              <a:rPr sz="1150" spc="-9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icu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w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ds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-di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ip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4" dirty="0" smtClean="0">
                <a:latin typeface="Georgia"/>
                <a:cs typeface="Georgia"/>
              </a:rPr>
              <a:t> a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oach.</a:t>
            </a:r>
            <a:endParaRPr sz="1150">
              <a:latin typeface="Georgia"/>
              <a:cs typeface="Georgia"/>
            </a:endParaRPr>
          </a:p>
          <a:p>
            <a:pPr marL="12700" marR="180" algn="just">
              <a:lnSpc>
                <a:spcPct val="94685"/>
              </a:lnSpc>
            </a:pP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ob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nde</a:t>
            </a:r>
            <a:r>
              <a:rPr sz="1150" spc="-4" dirty="0" smtClean="0">
                <a:latin typeface="Georgia"/>
                <a:cs typeface="Georgia"/>
              </a:rPr>
              <a:t>rs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xe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ive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ale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nad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brought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-9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nad</a:t>
            </a:r>
            <a:r>
              <a:rPr sz="1150" spc="-4" dirty="0" smtClean="0">
                <a:latin typeface="Georgia"/>
                <a:cs typeface="Georgia"/>
              </a:rPr>
              <a:t>ia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ex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 to</a:t>
            </a:r>
            <a:r>
              <a:rPr sz="1150" spc="27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d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’s</a:t>
            </a:r>
            <a:r>
              <a:rPr sz="1150" spc="27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.  He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ex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ined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w,  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w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 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2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ned</a:t>
            </a:r>
            <a:r>
              <a:rPr sz="1150" spc="2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 be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but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k in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iness or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nde</a:t>
            </a:r>
            <a:r>
              <a:rPr sz="1150" spc="-4" dirty="0" smtClean="0">
                <a:latin typeface="Georgia"/>
                <a:cs typeface="Georgia"/>
              </a:rPr>
              <a:t>rs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ventu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te bu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ine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nut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14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ell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young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ua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un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ploy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ble o</a:t>
            </a:r>
            <a:r>
              <a:rPr sz="1150" spc="4" dirty="0" smtClean="0">
                <a:latin typeface="Georgia"/>
                <a:cs typeface="Georgia"/>
              </a:rPr>
              <a:t>w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k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ti</a:t>
            </a:r>
            <a:r>
              <a:rPr sz="1150" spc="-4" dirty="0" smtClean="0">
                <a:latin typeface="Georgia"/>
                <a:cs typeface="Georgia"/>
              </a:rPr>
              <a:t>d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ip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ina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 in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ke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indu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eas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uch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 qu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ity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l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as</a:t>
            </a:r>
            <a:r>
              <a:rPr sz="1150" spc="2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or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gu</a:t>
            </a:r>
            <a:r>
              <a:rPr sz="1150" spc="-4" dirty="0" smtClean="0">
                <a:latin typeface="Georgia"/>
                <a:cs typeface="Georgia"/>
              </a:rPr>
              <a:t>la</a:t>
            </a:r>
            <a:r>
              <a:rPr sz="1150" spc="0" dirty="0" smtClean="0">
                <a:latin typeface="Georgia"/>
                <a:cs typeface="Georgia"/>
              </a:rPr>
              <a:t>tory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fa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rs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9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vent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nad</a:t>
            </a:r>
            <a:r>
              <a:rPr sz="1150" spc="-4" dirty="0" smtClean="0">
                <a:latin typeface="Georgia"/>
                <a:cs typeface="Georgia"/>
              </a:rPr>
              <a:t>ia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la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ur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arke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om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os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young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ind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 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wage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ub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idy progr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mm</a:t>
            </a:r>
            <a:r>
              <a:rPr sz="1150" spc="0" dirty="0" smtClean="0">
                <a:latin typeface="Georgia"/>
                <a:cs typeface="Georgia"/>
              </a:rPr>
              <a:t>e t</a:t>
            </a:r>
            <a:r>
              <a:rPr sz="1150" spc="-9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ps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SM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t</a:t>
            </a:r>
            <a:r>
              <a:rPr sz="1150" spc="-4" dirty="0" smtClean="0">
                <a:latin typeface="Georgia"/>
                <a:cs typeface="Georgia"/>
              </a:rPr>
              <a:t>ak</a:t>
            </a:r>
            <a:r>
              <a:rPr sz="1150" spc="0" dirty="0" smtClean="0">
                <a:latin typeface="Georgia"/>
                <a:cs typeface="Georgia"/>
              </a:rPr>
              <a:t>e on the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k of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ining young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ua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jo</a:t>
            </a:r>
            <a:r>
              <a:rPr sz="1150" spc="4" dirty="0" smtClean="0">
                <a:latin typeface="Georgia"/>
                <a:cs typeface="Georgia"/>
              </a:rPr>
              <a:t>b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dd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 his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pany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ping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nter the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job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arke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uppo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niti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9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ir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-4" dirty="0" smtClean="0">
                <a:latin typeface="Georgia"/>
                <a:cs typeface="Georgia"/>
              </a:rPr>
              <a:t>te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nad</a:t>
            </a:r>
            <a:r>
              <a:rPr sz="1150" spc="-4" dirty="0" smtClean="0">
                <a:latin typeface="Georgia"/>
                <a:cs typeface="Georgia"/>
              </a:rPr>
              <a:t>ia</a:t>
            </a:r>
            <a:r>
              <a:rPr sz="1150" spc="0" dirty="0" smtClean="0">
                <a:latin typeface="Georgia"/>
                <a:cs typeface="Georgia"/>
              </a:rPr>
              <a:t>n em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oy</a:t>
            </a:r>
            <a:r>
              <a:rPr sz="1150" spc="-4" dirty="0" smtClean="0">
                <a:latin typeface="Georgia"/>
                <a:cs typeface="Georgia"/>
              </a:rPr>
              <a:t>ers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  <a:p>
            <a:pPr marL="12700" marR="1204" algn="just">
              <a:lnSpc>
                <a:spcPct val="94780"/>
              </a:lnSpc>
            </a:pP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ound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nta</a:t>
            </a:r>
            <a:r>
              <a:rPr sz="1150" spc="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s was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nc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de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Eva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J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han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,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w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 </a:t>
            </a:r>
            <a:r>
              <a:rPr sz="1150" spc="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ers</a:t>
            </a:r>
            <a:r>
              <a:rPr sz="1150" spc="0" dirty="0" smtClean="0">
                <a:latin typeface="Georgia"/>
                <a:cs typeface="Georgia"/>
              </a:rPr>
              <a:t>ity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ura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o pr</a:t>
            </a:r>
            <a:r>
              <a:rPr sz="1150" spc="-4" dirty="0" smtClean="0">
                <a:latin typeface="Georgia"/>
                <a:cs typeface="Georgia"/>
              </a:rPr>
              <a:t>ese</a:t>
            </a:r>
            <a:r>
              <a:rPr sz="1150" spc="0" dirty="0" smtClean="0">
                <a:latin typeface="Georgia"/>
                <a:cs typeface="Georgia"/>
              </a:rPr>
              <a:t>nted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k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unive</a:t>
            </a:r>
            <a:r>
              <a:rPr sz="1150" spc="-4" dirty="0" smtClean="0">
                <a:latin typeface="Georgia"/>
                <a:cs typeface="Georgia"/>
              </a:rPr>
              <a:t>rs</a:t>
            </a:r>
            <a:r>
              <a:rPr sz="1150" spc="0" dirty="0" smtClean="0">
                <a:latin typeface="Georgia"/>
                <a:cs typeface="Georgia"/>
              </a:rPr>
              <a:t>ity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nat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 bi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progr</a:t>
            </a:r>
            <a:r>
              <a:rPr sz="1150" spc="-19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mm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panni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l va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9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ns.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d the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im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ort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 c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lla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ting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os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with bu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ine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(b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th SMEs</a:t>
            </a:r>
            <a:r>
              <a:rPr sz="1150" spc="-4" dirty="0" smtClean="0">
                <a:latin typeface="Georgia"/>
                <a:cs typeface="Georgia"/>
              </a:rPr>
              <a:t> 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-4" dirty="0" smtClean="0">
                <a:latin typeface="Georgia"/>
                <a:cs typeface="Georgia"/>
              </a:rPr>
              <a:t>lar</a:t>
            </a:r>
            <a:r>
              <a:rPr sz="1150" spc="0" dirty="0" smtClean="0">
                <a:latin typeface="Georgia"/>
                <a:cs typeface="Georgia"/>
              </a:rPr>
              <a:t>ge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4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ses</a:t>
            </a:r>
            <a:r>
              <a:rPr sz="1150" spc="0" dirty="0" smtClean="0">
                <a:latin typeface="Georgia"/>
                <a:cs typeface="Georgia"/>
              </a:rPr>
              <a:t>)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35902" y="9592767"/>
            <a:ext cx="117493" cy="165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25"/>
              </a:lnSpc>
              <a:spcBef>
                <a:spcPts val="61"/>
              </a:spcBef>
            </a:pPr>
            <a:r>
              <a:rPr sz="1650" spc="0" baseline="2482" dirty="0" smtClean="0"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60311" y="2373630"/>
            <a:ext cx="8029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1832257" y="2373630"/>
            <a:ext cx="8061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2015725" y="2373630"/>
            <a:ext cx="8155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2732108" y="2373630"/>
            <a:ext cx="8030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3382343" y="2373630"/>
            <a:ext cx="8081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3747590" y="2373630"/>
            <a:ext cx="8133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4662738" y="2373630"/>
            <a:ext cx="8083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5079190" y="2373630"/>
            <a:ext cx="8043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651976" y="2373630"/>
            <a:ext cx="8189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6552365" y="2373630"/>
            <a:ext cx="8135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485775" y="612140"/>
            <a:ext cx="6396990" cy="705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74216" y="1655607"/>
            <a:ext cx="5871357" cy="29930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724" algn="just">
              <a:lnSpc>
                <a:spcPts val="1280"/>
              </a:lnSpc>
              <a:spcBef>
                <a:spcPts val="64"/>
              </a:spcBef>
            </a:pPr>
            <a:r>
              <a:rPr sz="1150" spc="0" dirty="0" smtClean="0">
                <a:latin typeface="Georgia"/>
                <a:cs typeface="Georgia"/>
              </a:rPr>
              <a:t>to 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ns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new 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9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rr</a:t>
            </a:r>
            <a:r>
              <a:rPr sz="1150" spc="0" dirty="0" smtClean="0">
                <a:latin typeface="Georgia"/>
                <a:cs typeface="Georgia"/>
              </a:rPr>
              <a:t>icu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a 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 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rre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b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ng 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 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 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p 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9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nts 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endParaRPr sz="1150">
              <a:latin typeface="Georgia"/>
              <a:cs typeface="Georgia"/>
            </a:endParaRPr>
          </a:p>
          <a:p>
            <a:pPr marL="12700" marR="2679331" algn="just">
              <a:lnSpc>
                <a:spcPct val="94685"/>
              </a:lnSpc>
            </a:pP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uc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fr</a:t>
            </a:r>
            <a:r>
              <a:rPr sz="1150" spc="0" dirty="0" smtClean="0">
                <a:latin typeface="Georgia"/>
                <a:cs typeface="Georgia"/>
              </a:rPr>
              <a:t>om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-4" dirty="0" smtClean="0">
                <a:latin typeface="Georgia"/>
                <a:cs typeface="Georgia"/>
              </a:rPr>
              <a:t> 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 </a:t>
            </a:r>
            <a:r>
              <a:rPr sz="1150" spc="4" dirty="0" smtClean="0">
                <a:latin typeface="Georgia"/>
                <a:cs typeface="Georgia"/>
              </a:rPr>
              <a:t>b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9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arke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  <a:p>
            <a:pPr marL="12700" algn="just">
              <a:lnSpc>
                <a:spcPct val="94685"/>
              </a:lnSpc>
            </a:pP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ub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qu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qu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tio</a:t>
            </a:r>
            <a:r>
              <a:rPr sz="1150" spc="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nd-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nsw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-9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ir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nio Di</a:t>
            </a:r>
            <a:r>
              <a:rPr sz="1150" spc="4" dirty="0" smtClean="0">
                <a:latin typeface="Georgia"/>
                <a:cs typeface="Georgia"/>
              </a:rPr>
              <a:t> G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ul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 Di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d,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-4" dirty="0" smtClean="0">
                <a:latin typeface="Georgia"/>
                <a:cs typeface="Georgia"/>
              </a:rPr>
              <a:t>ic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ure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F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ology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 </a:t>
            </a:r>
            <a:r>
              <a:rPr sz="1150" spc="-4" dirty="0" smtClean="0">
                <a:latin typeface="Georgia"/>
                <a:cs typeface="Georgia"/>
              </a:rPr>
              <a:t>Res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ion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highl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gh</a:t>
            </a:r>
            <a:r>
              <a:rPr sz="1150" spc="4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und</a:t>
            </a:r>
            <a:r>
              <a:rPr sz="1150" spc="-4" dirty="0" smtClean="0">
                <a:latin typeface="Georgia"/>
                <a:cs typeface="Georgia"/>
              </a:rPr>
              <a:t>ers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 the new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 ne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kl</a:t>
            </a:r>
            <a:r>
              <a:rPr sz="1150" spc="0" dirty="0" smtClean="0">
                <a:latin typeface="Georgia"/>
                <a:cs typeface="Georgia"/>
              </a:rPr>
              <a:t>e new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x int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va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25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dd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 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nt,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ot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but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ers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qu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dd</a:t>
            </a:r>
            <a:r>
              <a:rPr sz="1150" spc="-4" dirty="0" smtClean="0">
                <a:latin typeface="Georgia"/>
                <a:cs typeface="Georgia"/>
              </a:rPr>
              <a:t>res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e thu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: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9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te old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new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ip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we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tch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with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 bu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ine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ds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6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ma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6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6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ito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8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29" dirty="0" smtClean="0">
                <a:latin typeface="Georgia"/>
                <a:cs typeface="Georgia"/>
              </a:rPr>
              <a:t>w</a:t>
            </a:r>
            <a:r>
              <a:rPr sz="1150" spc="0" dirty="0" smtClean="0">
                <a:latin typeface="Georgia"/>
                <a:cs typeface="Georgia"/>
              </a:rPr>
              <a:t>-h</a:t>
            </a:r>
            <a:r>
              <a:rPr sz="1150" spc="-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1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6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os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?</a:t>
            </a:r>
            <a:r>
              <a:rPr sz="1150" spc="16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this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pect,</a:t>
            </a:r>
            <a:r>
              <a:rPr sz="1150" spc="1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 </a:t>
            </a:r>
            <a:r>
              <a:rPr sz="1150" spc="-4" dirty="0" smtClean="0">
                <a:latin typeface="Georgia"/>
                <a:cs typeface="Georgia"/>
              </a:rPr>
              <a:t>sa</a:t>
            </a:r>
            <a:r>
              <a:rPr sz="1150" spc="0" dirty="0" smtClean="0">
                <a:latin typeface="Georgia"/>
                <a:cs typeface="Georgia"/>
              </a:rPr>
              <a:t>id,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if the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ke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9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 the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 n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29" dirty="0" smtClean="0">
                <a:latin typeface="Georgia"/>
                <a:cs typeface="Georgia"/>
              </a:rPr>
              <a:t>d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va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la</a:t>
            </a:r>
            <a:r>
              <a:rPr sz="1150" spc="14" dirty="0" smtClean="0">
                <a:latin typeface="Georgia"/>
                <a:cs typeface="Georgia"/>
              </a:rPr>
              <a:t>b</a:t>
            </a:r>
            <a:r>
              <a:rPr sz="1150" spc="-4" dirty="0" smtClean="0">
                <a:latin typeface="Georgia"/>
                <a:cs typeface="Georgia"/>
              </a:rPr>
              <a:t>le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gu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we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use a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-di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ip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ina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oach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e 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off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 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arke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5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4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ere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14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pack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ge.</a:t>
            </a:r>
            <a:r>
              <a:rPr sz="1150" spc="15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dd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tion,</a:t>
            </a:r>
            <a:r>
              <a:rPr sz="1150" spc="14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15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int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5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out</a:t>
            </a:r>
            <a:r>
              <a:rPr sz="1150" spc="15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5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4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15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oss </a:t>
            </a:r>
            <a:r>
              <a:rPr sz="1150" spc="9" dirty="0" smtClean="0">
                <a:latin typeface="Georgia"/>
                <a:cs typeface="Georgia"/>
              </a:rPr>
              <a:t>d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gio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: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s 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pt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 ne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9" dirty="0" smtClean="0">
                <a:latin typeface="Georgia"/>
                <a:cs typeface="Georgia"/>
              </a:rPr>
              <a:t>d</a:t>
            </a:r>
            <a:r>
              <a:rPr sz="1150" spc="0" dirty="0" smtClean="0">
                <a:latin typeface="Georgia"/>
                <a:cs typeface="Georgia"/>
              </a:rPr>
              <a:t>s in ord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ose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19" dirty="0" smtClean="0">
                <a:latin typeface="Georgia"/>
                <a:cs typeface="Georgia"/>
              </a:rPr>
              <a:t>w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9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w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 his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-14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ul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un</a:t>
            </a:r>
            <a:r>
              <a:rPr sz="1150" spc="-14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erl</a:t>
            </a:r>
            <a:r>
              <a:rPr sz="1150" spc="0" dirty="0" smtClean="0">
                <a:latin typeface="Georgia"/>
                <a:cs typeface="Georgia"/>
              </a:rPr>
              <a:t>ined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ars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ide it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 be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ak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s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5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oach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 we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und</a:t>
            </a:r>
            <a:r>
              <a:rPr sz="1150" spc="-4" dirty="0" smtClean="0">
                <a:latin typeface="Georgia"/>
                <a:cs typeface="Georgia"/>
              </a:rPr>
              <a:t>ers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-14" dirty="0" smtClean="0">
                <a:latin typeface="Georgia"/>
                <a:cs typeface="Georgia"/>
              </a:rPr>
              <a:t>u</a:t>
            </a:r>
            <a:r>
              <a:rPr sz="1150" spc="19" dirty="0" smtClean="0">
                <a:latin typeface="Georgia"/>
                <a:cs typeface="Georgia"/>
              </a:rPr>
              <a:t>b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ic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lar</a:t>
            </a:r>
            <a:r>
              <a:rPr sz="1150" spc="0" dirty="0" smtClean="0">
                <a:latin typeface="Georgia"/>
                <a:cs typeface="Georgia"/>
              </a:rPr>
              <a:t>ge,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oth</a:t>
            </a:r>
            <a:r>
              <a:rPr sz="1150" spc="-1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2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id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va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ue</a:t>
            </a:r>
            <a:r>
              <a:rPr sz="1150" spc="17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ns</a:t>
            </a:r>
            <a:r>
              <a:rPr sz="1150" spc="17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int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nect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d,</a:t>
            </a:r>
            <a:r>
              <a:rPr sz="1150" spc="1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we</a:t>
            </a:r>
            <a:r>
              <a:rPr sz="1150" spc="17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have</a:t>
            </a:r>
            <a:r>
              <a:rPr sz="1150" spc="16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7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ex</a:t>
            </a:r>
            <a:r>
              <a:rPr sz="1150" spc="0" dirty="0" smtClean="0">
                <a:latin typeface="Georgia"/>
                <a:cs typeface="Georgia"/>
              </a:rPr>
              <a:t>plo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wa</a:t>
            </a:r>
            <a:r>
              <a:rPr sz="1150" spc="-4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7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7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7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oss 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tors</a:t>
            </a:r>
            <a:r>
              <a:rPr sz="1150" spc="-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ma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rker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more</a:t>
            </a:r>
            <a:r>
              <a:rPr sz="1150" spc="-4" dirty="0" smtClean="0">
                <a:latin typeface="Georgia"/>
                <a:cs typeface="Georgia"/>
              </a:rPr>
              <a:t> 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ploy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74216" y="4885344"/>
            <a:ext cx="5878980" cy="171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80"/>
              </a:lnSpc>
              <a:spcBef>
                <a:spcPts val="64"/>
              </a:spcBef>
            </a:pPr>
            <a:r>
              <a:rPr sz="1150" b="1" u="sng" spc="-4" dirty="0" smtClean="0">
                <a:latin typeface="Georgia"/>
                <a:cs typeface="Georgia"/>
              </a:rPr>
              <a:t>S</a:t>
            </a:r>
            <a:r>
              <a:rPr sz="1150" b="1" u="sng" spc="0" dirty="0" smtClean="0">
                <a:latin typeface="Georgia"/>
                <a:cs typeface="Georgia"/>
              </a:rPr>
              <a:t>es</a:t>
            </a:r>
            <a:r>
              <a:rPr sz="1150" b="1" u="sng" spc="-4" dirty="0" smtClean="0">
                <a:latin typeface="Georgia"/>
                <a:cs typeface="Georgia"/>
              </a:rPr>
              <a:t>s</a:t>
            </a:r>
            <a:r>
              <a:rPr sz="1150" b="1" u="sng" spc="0" dirty="0" smtClean="0">
                <a:latin typeface="Georgia"/>
                <a:cs typeface="Georgia"/>
              </a:rPr>
              <a:t>ion  </a:t>
            </a:r>
            <a:r>
              <a:rPr sz="1150" b="1" u="sng" spc="10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3  </a:t>
            </a:r>
            <a:r>
              <a:rPr sz="1150" b="1" u="sng" spc="109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–   </a:t>
            </a:r>
            <a:r>
              <a:rPr sz="1150" b="1" u="sng" spc="114" dirty="0" smtClean="0">
                <a:latin typeface="Georgia"/>
                <a:cs typeface="Georgia"/>
              </a:rPr>
              <a:t> </a:t>
            </a:r>
            <a:r>
              <a:rPr sz="1150" b="1" u="sng" spc="-4" dirty="0" smtClean="0">
                <a:latin typeface="Georgia"/>
                <a:cs typeface="Georgia"/>
              </a:rPr>
              <a:t>G</a:t>
            </a:r>
            <a:r>
              <a:rPr sz="1150" b="1" u="sng" spc="0" dirty="0" smtClean="0">
                <a:latin typeface="Georgia"/>
                <a:cs typeface="Georgia"/>
              </a:rPr>
              <a:t>ro</a:t>
            </a:r>
            <a:r>
              <a:rPr sz="1150" b="1" u="sng" spc="-9" dirty="0" smtClean="0">
                <a:latin typeface="Georgia"/>
                <a:cs typeface="Georgia"/>
              </a:rPr>
              <a:t>w</a:t>
            </a:r>
            <a:r>
              <a:rPr sz="1150" b="1" u="sng" spc="0" dirty="0" smtClean="0">
                <a:latin typeface="Georgia"/>
                <a:cs typeface="Georgia"/>
              </a:rPr>
              <a:t>ing  </a:t>
            </a:r>
            <a:r>
              <a:rPr sz="1150" b="1" u="sng" spc="100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busi</a:t>
            </a:r>
            <a:r>
              <a:rPr sz="1150" b="1" u="sng" spc="-4" dirty="0" smtClean="0">
                <a:latin typeface="Georgia"/>
                <a:cs typeface="Georgia"/>
              </a:rPr>
              <a:t>n</a:t>
            </a:r>
            <a:r>
              <a:rPr sz="1150" b="1" u="sng" spc="0" dirty="0" smtClean="0">
                <a:latin typeface="Georgia"/>
                <a:cs typeface="Georgia"/>
              </a:rPr>
              <a:t>ess  </a:t>
            </a:r>
            <a:r>
              <a:rPr sz="1150" b="1" u="sng" spc="10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on  </a:t>
            </a:r>
            <a:r>
              <a:rPr sz="1150" b="1" u="sng" spc="10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new  </a:t>
            </a:r>
            <a:r>
              <a:rPr sz="1150" b="1" u="sng" spc="109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kn</a:t>
            </a:r>
            <a:r>
              <a:rPr sz="1150" b="1" u="sng" spc="-4" dirty="0" smtClean="0">
                <a:latin typeface="Georgia"/>
                <a:cs typeface="Georgia"/>
              </a:rPr>
              <a:t>o</a:t>
            </a:r>
            <a:r>
              <a:rPr sz="1150" b="1" u="sng" spc="0" dirty="0" smtClean="0">
                <a:latin typeface="Georgia"/>
                <a:cs typeface="Georgia"/>
              </a:rPr>
              <a:t>wl</a:t>
            </a:r>
            <a:r>
              <a:rPr sz="1150" b="1" u="sng" spc="-9" dirty="0" smtClean="0">
                <a:latin typeface="Georgia"/>
                <a:cs typeface="Georgia"/>
              </a:rPr>
              <a:t>e</a:t>
            </a:r>
            <a:r>
              <a:rPr sz="1150" b="1" u="sng" spc="4" dirty="0" smtClean="0">
                <a:latin typeface="Georgia"/>
                <a:cs typeface="Georgia"/>
              </a:rPr>
              <a:t>d</a:t>
            </a:r>
            <a:r>
              <a:rPr sz="1150" b="1" u="sng" spc="-4" dirty="0" smtClean="0">
                <a:latin typeface="Georgia"/>
                <a:cs typeface="Georgia"/>
              </a:rPr>
              <a:t>g</a:t>
            </a:r>
            <a:r>
              <a:rPr sz="1150" b="1" u="sng" spc="0" dirty="0" smtClean="0">
                <a:latin typeface="Georgia"/>
                <a:cs typeface="Georgia"/>
              </a:rPr>
              <a:t>e  </a:t>
            </a:r>
            <a:r>
              <a:rPr sz="1150" b="1" u="sng" spc="109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a</a:t>
            </a:r>
            <a:r>
              <a:rPr sz="1150" b="1" u="sng" spc="-4" dirty="0" smtClean="0">
                <a:latin typeface="Georgia"/>
                <a:cs typeface="Georgia"/>
              </a:rPr>
              <a:t>n</a:t>
            </a:r>
            <a:r>
              <a:rPr sz="1150" b="1" u="sng" spc="0" dirty="0" smtClean="0">
                <a:latin typeface="Georgia"/>
                <a:cs typeface="Georgia"/>
              </a:rPr>
              <a:t>d  </a:t>
            </a:r>
            <a:r>
              <a:rPr sz="1150" b="1" u="sng" spc="99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skills  </a:t>
            </a:r>
            <a:r>
              <a:rPr sz="1150" b="1" u="sng" spc="10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in  </a:t>
            </a:r>
            <a:r>
              <a:rPr sz="1150" b="1" u="sng" spc="12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t</a:t>
            </a:r>
            <a:r>
              <a:rPr sz="1150" b="1" u="sng" spc="-4" dirty="0" smtClean="0">
                <a:latin typeface="Georgia"/>
                <a:cs typeface="Georgia"/>
              </a:rPr>
              <a:t>h</a:t>
            </a:r>
            <a:r>
              <a:rPr sz="1150" b="1" u="sng" spc="0" dirty="0" smtClean="0">
                <a:latin typeface="Georgia"/>
                <a:cs typeface="Georgia"/>
              </a:rPr>
              <a:t>e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74216" y="5051460"/>
            <a:ext cx="2171913" cy="171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80"/>
              </a:lnSpc>
              <a:spcBef>
                <a:spcPts val="64"/>
              </a:spcBef>
            </a:pPr>
            <a:r>
              <a:rPr sz="1150" b="1" u="sng" spc="0" dirty="0" smtClean="0">
                <a:latin typeface="Georgia"/>
                <a:cs typeface="Georgia"/>
              </a:rPr>
              <a:t>bioeconom</a:t>
            </a:r>
            <a:r>
              <a:rPr sz="1150" b="1" u="sng" spc="4" dirty="0" smtClean="0">
                <a:latin typeface="Georgia"/>
                <a:cs typeface="Georgia"/>
              </a:rPr>
              <a:t>y</a:t>
            </a:r>
            <a:r>
              <a:rPr sz="1150" b="1" u="sng" spc="0" dirty="0" smtClean="0">
                <a:latin typeface="Georgia"/>
                <a:cs typeface="Georgia"/>
              </a:rPr>
              <a:t>:</a:t>
            </a:r>
            <a:r>
              <a:rPr sz="1150" b="1" u="sng" spc="-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indus</a:t>
            </a:r>
            <a:r>
              <a:rPr sz="1150" b="1" u="sng" spc="-14" dirty="0" smtClean="0">
                <a:latin typeface="Georgia"/>
                <a:cs typeface="Georgia"/>
              </a:rPr>
              <a:t>t</a:t>
            </a:r>
            <a:r>
              <a:rPr sz="1150" b="1" u="sng" spc="0" dirty="0" smtClean="0">
                <a:latin typeface="Georgia"/>
                <a:cs typeface="Georgia"/>
              </a:rPr>
              <a:t>ry </a:t>
            </a:r>
            <a:r>
              <a:rPr sz="1150" b="1" u="sng" spc="-4" dirty="0" smtClean="0">
                <a:latin typeface="Georgia"/>
                <a:cs typeface="Georgia"/>
              </a:rPr>
              <a:t>n</a:t>
            </a:r>
            <a:r>
              <a:rPr sz="1150" b="1" u="sng" spc="0" dirty="0" smtClean="0">
                <a:latin typeface="Georgia"/>
                <a:cs typeface="Georgia"/>
              </a:rPr>
              <a:t>ee</a:t>
            </a:r>
            <a:r>
              <a:rPr sz="1150" b="1" u="sng" spc="4" dirty="0" smtClean="0">
                <a:latin typeface="Georgia"/>
                <a:cs typeface="Georgia"/>
              </a:rPr>
              <a:t>d</a:t>
            </a:r>
            <a:r>
              <a:rPr sz="1150" b="1" u="sng" spc="0" dirty="0" smtClean="0">
                <a:latin typeface="Georgia"/>
                <a:cs typeface="Georgia"/>
              </a:rPr>
              <a:t>s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74216" y="5293776"/>
            <a:ext cx="5871436" cy="41545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915" algn="just">
              <a:lnSpc>
                <a:spcPts val="1280"/>
              </a:lnSpc>
              <a:spcBef>
                <a:spcPts val="64"/>
              </a:spcBef>
            </a:pP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his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ion</a:t>
            </a:r>
            <a:r>
              <a:rPr sz="1150" spc="7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was</a:t>
            </a:r>
            <a:r>
              <a:rPr sz="1150" spc="5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via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fa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ll</a:t>
            </a:r>
            <a:r>
              <a:rPr sz="1150" spc="0" dirty="0" smtClean="0">
                <a:latin typeface="Georgia"/>
                <a:cs typeface="Georgia"/>
              </a:rPr>
              <a:t>i,</a:t>
            </a:r>
            <a:r>
              <a:rPr sz="1150" spc="7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Dep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ty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0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‘</a:t>
            </a:r>
            <a:r>
              <a:rPr sz="1150" spc="0" dirty="0" smtClean="0">
                <a:latin typeface="Georgia"/>
                <a:cs typeface="Georgia"/>
              </a:rPr>
              <a:t>St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gic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ol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cy</a:t>
            </a:r>
            <a:r>
              <a:rPr sz="1150" spc="0" dirty="0" smtClean="0">
                <a:latin typeface="Georgia"/>
                <a:cs typeface="Georgia"/>
              </a:rPr>
              <a:t>’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nit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endParaRPr sz="1150">
              <a:latin typeface="Georgia"/>
              <a:cs typeface="Georgia"/>
            </a:endParaRPr>
          </a:p>
          <a:p>
            <a:pPr marL="12700" marR="186" algn="just">
              <a:lnSpc>
                <a:spcPct val="94685"/>
              </a:lnSpc>
            </a:pPr>
            <a:r>
              <a:rPr sz="1150" spc="0" dirty="0" smtClean="0">
                <a:latin typeface="Georgia"/>
                <a:cs typeface="Georgia"/>
              </a:rPr>
              <a:t>the 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n'</a:t>
            </a:r>
            <a:r>
              <a:rPr sz="1150" spc="0" dirty="0" smtClean="0">
                <a:latin typeface="Georgia"/>
                <a:cs typeface="Georgia"/>
              </a:rPr>
              <a:t>s Di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l for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Ente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4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ndu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y.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She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9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err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n'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1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publ</a:t>
            </a:r>
            <a:r>
              <a:rPr sz="1150" spc="-4" dirty="0" smtClean="0">
                <a:latin typeface="Georgia"/>
                <a:cs typeface="Georgia"/>
              </a:rPr>
              <a:t>is</a:t>
            </a:r>
            <a:r>
              <a:rPr sz="1150" spc="14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4" dirty="0" smtClean="0">
                <a:latin typeface="Georgia"/>
                <a:cs typeface="Georgia"/>
              </a:rPr>
              <a:t>w</a:t>
            </a:r>
            <a:r>
              <a:rPr sz="1150" spc="0" dirty="0" smtClean="0">
                <a:latin typeface="Georgia"/>
                <a:cs typeface="Georgia"/>
              </a:rPr>
              <a:t>-up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upd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te of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ndu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ol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mm</a:t>
            </a:r>
            <a:r>
              <a:rPr sz="1150" spc="0" dirty="0" smtClean="0">
                <a:latin typeface="Georgia"/>
                <a:cs typeface="Georgia"/>
              </a:rPr>
              <a:t>uni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begin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ng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b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ex</a:t>
            </a:r>
            <a:r>
              <a:rPr sz="1150" spc="0" dirty="0" smtClean="0">
                <a:latin typeface="Georgia"/>
                <a:cs typeface="Georgia"/>
              </a:rPr>
              <a:t>t,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3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ine with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us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uni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 in </a:t>
            </a:r>
            <a:r>
              <a:rPr sz="1150" spc="4" dirty="0" smtClean="0">
                <a:latin typeface="Georgia"/>
                <a:cs typeface="Georgia"/>
              </a:rPr>
              <a:t>2</a:t>
            </a:r>
            <a:r>
              <a:rPr sz="1150" spc="0" dirty="0" smtClean="0">
                <a:latin typeface="Georgia"/>
                <a:cs typeface="Georgia"/>
              </a:rPr>
              <a:t>010,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9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ion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has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rea</a:t>
            </a:r>
            <a:r>
              <a:rPr sz="1150" spc="0" dirty="0" smtClean="0">
                <a:latin typeface="Georgia"/>
                <a:cs typeface="Georgia"/>
              </a:rPr>
              <a:t>te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s in E</a:t>
            </a:r>
            <a:r>
              <a:rPr sz="1150" spc="-14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nuf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14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el</a:t>
            </a:r>
            <a:r>
              <a:rPr sz="1150" spc="0" dirty="0" smtClean="0">
                <a:latin typeface="Georgia"/>
                <a:cs typeface="Georgia"/>
              </a:rPr>
              <a:t>iver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ore growth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n</a:t>
            </a:r>
            <a:r>
              <a:rPr sz="1150" spc="-1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w jo</a:t>
            </a:r>
            <a:r>
              <a:rPr sz="1150" spc="4" dirty="0" smtClean="0">
                <a:latin typeface="Georgia"/>
                <a:cs typeface="Georgia"/>
              </a:rPr>
              <a:t>b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e.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or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this </a:t>
            </a:r>
            <a:r>
              <a:rPr sz="1150" spc="-4" dirty="0" smtClean="0">
                <a:latin typeface="Georgia"/>
                <a:cs typeface="Georgia"/>
              </a:rPr>
              <a:t>reas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mm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ion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pi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tional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get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ge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2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ng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back 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nuf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ec</a:t>
            </a:r>
            <a:r>
              <a:rPr sz="1150" spc="0" dirty="0" smtClean="0">
                <a:latin typeface="Georgia"/>
                <a:cs typeface="Georgia"/>
              </a:rPr>
              <a:t>tor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gen</a:t>
            </a:r>
            <a:r>
              <a:rPr sz="1150" spc="-4" dirty="0" smtClean="0">
                <a:latin typeface="Georgia"/>
                <a:cs typeface="Georgia"/>
              </a:rPr>
              <a:t>era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2</a:t>
            </a:r>
            <a:r>
              <a:rPr sz="1150" spc="0" dirty="0" smtClean="0">
                <a:latin typeface="Georgia"/>
                <a:cs typeface="Georgia"/>
              </a:rPr>
              <a:t>0% of</a:t>
            </a:r>
            <a:r>
              <a:rPr sz="1150" spc="4" dirty="0" smtClean="0">
                <a:latin typeface="Georgia"/>
                <a:cs typeface="Georgia"/>
              </a:rPr>
              <a:t> G</a:t>
            </a:r>
            <a:r>
              <a:rPr sz="1150" spc="0" dirty="0" smtClean="0">
                <a:latin typeface="Georgia"/>
                <a:cs typeface="Georgia"/>
              </a:rPr>
              <a:t>DP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4" dirty="0" smtClean="0">
                <a:latin typeface="Georgia"/>
                <a:cs typeface="Georgia"/>
              </a:rPr>
              <a:t> 2</a:t>
            </a:r>
            <a:r>
              <a:rPr sz="1150" spc="0" dirty="0" smtClean="0">
                <a:latin typeface="Georgia"/>
                <a:cs typeface="Georgia"/>
              </a:rPr>
              <a:t>0</a:t>
            </a:r>
            <a:r>
              <a:rPr sz="1150" spc="4" dirty="0" smtClean="0">
                <a:latin typeface="Georgia"/>
                <a:cs typeface="Georgia"/>
              </a:rPr>
              <a:t>2</a:t>
            </a:r>
            <a:r>
              <a:rPr sz="1150" spc="-9" dirty="0" smtClean="0">
                <a:latin typeface="Georgia"/>
                <a:cs typeface="Georgia"/>
              </a:rPr>
              <a:t>0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this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9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d,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ion</a:t>
            </a:r>
            <a:r>
              <a:rPr sz="1150" spc="1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has 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ned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pecific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ori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area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tion:</a:t>
            </a:r>
            <a:r>
              <a:rPr sz="1150" spc="12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nc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ns</a:t>
            </a:r>
            <a:r>
              <a:rPr sz="1150" spc="1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-14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pit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 has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ol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: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 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ndu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ol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un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it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  </a:t>
            </a:r>
            <a:r>
              <a:rPr sz="1150" spc="-1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  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e  of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  </a:t>
            </a:r>
            <a:r>
              <a:rPr sz="1150" spc="-4" dirty="0" smtClean="0">
                <a:latin typeface="Georgia"/>
                <a:cs typeface="Georgia"/>
              </a:rPr>
              <a:t>area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ding 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ce</a:t>
            </a:r>
            <a:r>
              <a:rPr sz="1150" spc="0" dirty="0" smtClean="0">
                <a:latin typeface="Georgia"/>
                <a:cs typeface="Georgia"/>
              </a:rPr>
              <a:t>ntr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ted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or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s  to gen</a:t>
            </a:r>
            <a:r>
              <a:rPr sz="1150" spc="-4" dirty="0" smtClean="0">
                <a:latin typeface="Georgia"/>
                <a:cs typeface="Georgia"/>
              </a:rPr>
              <a:t>era</a:t>
            </a:r>
            <a:r>
              <a:rPr sz="1150" spc="0" dirty="0" smtClean="0">
                <a:latin typeface="Georgia"/>
                <a:cs typeface="Georgia"/>
              </a:rPr>
              <a:t>te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pi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-off 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fe</a:t>
            </a:r>
            <a:r>
              <a:rPr sz="1150" spc="1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 for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indu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la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ge.</a:t>
            </a:r>
            <a:endParaRPr sz="1150">
              <a:latin typeface="Georgia"/>
              <a:cs typeface="Georgia"/>
            </a:endParaRPr>
          </a:p>
          <a:p>
            <a:pPr marL="12700" marR="515" algn="just">
              <a:lnSpc>
                <a:spcPct val="94685"/>
              </a:lnSpc>
            </a:pP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pan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l p</a:t>
            </a:r>
            <a:r>
              <a:rPr sz="1150" spc="9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ese</a:t>
            </a:r>
            <a:r>
              <a:rPr sz="1150" spc="0" dirty="0" smtClean="0">
                <a:latin typeface="Georgia"/>
                <a:cs typeface="Georgia"/>
              </a:rPr>
              <a:t>nta</a:t>
            </a:r>
            <a:r>
              <a:rPr sz="1150" spc="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s we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ned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K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otz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xe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ive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 the 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hem</a:t>
            </a:r>
            <a:r>
              <a:rPr sz="1150" spc="-9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ndu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oun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 </a:t>
            </a:r>
            <a:r>
              <a:rPr sz="1150" spc="4" dirty="0" smtClean="0">
                <a:latin typeface="Georgia"/>
                <a:cs typeface="Georgia"/>
              </a:rPr>
              <a:t>K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otz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ned t</a:t>
            </a:r>
            <a:r>
              <a:rPr sz="1150" spc="-9" dirty="0" smtClean="0">
                <a:latin typeface="Georgia"/>
                <a:cs typeface="Georgia"/>
              </a:rPr>
              <a:t>w</a:t>
            </a:r>
            <a:r>
              <a:rPr sz="1150" spc="0" dirty="0" smtClean="0">
                <a:latin typeface="Georgia"/>
                <a:cs typeface="Georgia"/>
              </a:rPr>
              <a:t>o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area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k 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t: 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ing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b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 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on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  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ing 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w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ds  into 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;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1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nuf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14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e th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ough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‘Su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hem’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y pl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orm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inab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hemi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y.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4" dirty="0" smtClean="0">
                <a:latin typeface="Georgia"/>
                <a:cs typeface="Georgia"/>
              </a:rPr>
              <a:t> K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otz highl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ghted </a:t>
            </a:r>
            <a:r>
              <a:rPr sz="1150" spc="-4" dirty="0" smtClean="0">
                <a:latin typeface="Georgia"/>
                <a:cs typeface="Georgia"/>
              </a:rPr>
              <a:t>ex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ps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betw</a:t>
            </a:r>
            <a:r>
              <a:rPr sz="1150" spc="-4" dirty="0" smtClean="0">
                <a:latin typeface="Georgia"/>
                <a:cs typeface="Georgia"/>
              </a:rPr>
              <a:t>ee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ious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tors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8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7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9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ding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bri</a:t>
            </a:r>
            <a:r>
              <a:rPr sz="1150" spc="-4" dirty="0" smtClean="0">
                <a:latin typeface="Georgia"/>
                <a:cs typeface="Georgia"/>
              </a:rPr>
              <a:t>d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betw</a:t>
            </a:r>
            <a:r>
              <a:rPr sz="1150" spc="-4" dirty="0" smtClean="0">
                <a:latin typeface="Georgia"/>
                <a:cs typeface="Georgia"/>
              </a:rPr>
              <a:t>ee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8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ious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ue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ns in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ord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te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tioni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9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 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v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id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s 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indu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 d</a:t>
            </a:r>
            <a:r>
              <a:rPr sz="1150" spc="-4" dirty="0" smtClean="0">
                <a:latin typeface="Georgia"/>
                <a:cs typeface="Georgia"/>
              </a:rPr>
              <a:t>el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ticu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b</a:t>
            </a:r>
            <a:r>
              <a:rPr sz="1150" spc="-4" dirty="0" smtClean="0">
                <a:latin typeface="Georgia"/>
                <a:cs typeface="Georgia"/>
              </a:rPr>
              <a:t>ser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has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30%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25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9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nts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but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endParaRPr sz="1150">
              <a:latin typeface="Georgia"/>
              <a:cs typeface="Georgia"/>
            </a:endParaRPr>
          </a:p>
          <a:p>
            <a:pPr marL="12700" algn="just">
              <a:lnSpc>
                <a:spcPct val="94591"/>
              </a:lnSpc>
            </a:pPr>
            <a:r>
              <a:rPr sz="1150" spc="0" dirty="0" smtClean="0">
                <a:latin typeface="Georgia"/>
                <a:cs typeface="Georgia"/>
              </a:rPr>
              <a:t>1%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nuf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ing,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this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‘de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th va</a:t>
            </a:r>
            <a:r>
              <a:rPr sz="1150" spc="-4" dirty="0" smtClean="0">
                <a:latin typeface="Georgia"/>
                <a:cs typeface="Georgia"/>
              </a:rPr>
              <a:t>lle</a:t>
            </a:r>
            <a:r>
              <a:rPr sz="1150" spc="0" dirty="0" smtClean="0">
                <a:latin typeface="Georgia"/>
                <a:cs typeface="Georgia"/>
              </a:rPr>
              <a:t>y’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other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ex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s a g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od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umer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ke</a:t>
            </a:r>
            <a:r>
              <a:rPr sz="1150" spc="0" dirty="0" smtClean="0">
                <a:latin typeface="Georgia"/>
                <a:cs typeface="Georgia"/>
              </a:rPr>
              <a:t>t,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but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ologi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29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le</a:t>
            </a:r>
            <a:r>
              <a:rPr sz="1150" spc="0" dirty="0" smtClean="0">
                <a:latin typeface="Georgia"/>
                <a:cs typeface="Georgia"/>
              </a:rPr>
              <a:t>-up </a:t>
            </a:r>
            <a:r>
              <a:rPr sz="1150" spc="-4" dirty="0" smtClean="0">
                <a:latin typeface="Georgia"/>
                <a:cs typeface="Georgia"/>
              </a:rPr>
              <a:t>res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res</a:t>
            </a:r>
            <a:r>
              <a:rPr sz="1150" spc="9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ts into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arke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4" dirty="0" smtClean="0">
                <a:latin typeface="Georgia"/>
                <a:cs typeface="Georgia"/>
              </a:rPr>
              <a:t>rea</a:t>
            </a:r>
            <a:r>
              <a:rPr sz="1150" spc="9" dirty="0" smtClean="0">
                <a:latin typeface="Georgia"/>
                <a:cs typeface="Georgia"/>
              </a:rPr>
              <a:t>d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product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il</a:t>
            </a:r>
            <a:r>
              <a:rPr sz="1150" spc="0" dirty="0" smtClean="0">
                <a:latin typeface="Georgia"/>
                <a:cs typeface="Georgia"/>
              </a:rPr>
              <a:t>l this gap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25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0" dirty="0" smtClean="0">
                <a:latin typeface="Georgia"/>
                <a:cs typeface="Georgia"/>
              </a:rPr>
              <a:t>ore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ve,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 </a:t>
            </a:r>
            <a:r>
              <a:rPr sz="1150" spc="4" dirty="0" smtClean="0">
                <a:latin typeface="Georgia"/>
                <a:cs typeface="Georgia"/>
              </a:rPr>
              <a:t> K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otz 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sse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bl</a:t>
            </a:r>
            <a:r>
              <a:rPr sz="1150" spc="-4" dirty="0" smtClean="0">
                <a:latin typeface="Georgia"/>
                <a:cs typeface="Georgia"/>
              </a:rPr>
              <a:t>is</a:t>
            </a:r>
            <a:r>
              <a:rPr sz="1150" spc="0" dirty="0" smtClean="0">
                <a:latin typeface="Georgia"/>
                <a:cs typeface="Georgia"/>
              </a:rPr>
              <a:t>hing </a:t>
            </a:r>
            <a:r>
              <a:rPr sz="1150" spc="9" dirty="0" smtClean="0">
                <a:latin typeface="Georgia"/>
                <a:cs typeface="Georgia"/>
              </a:rPr>
              <a:t> g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s  betw</a:t>
            </a:r>
            <a:r>
              <a:rPr sz="1150" spc="-4" dirty="0" smtClean="0">
                <a:latin typeface="Georgia"/>
                <a:cs typeface="Georgia"/>
              </a:rPr>
              <a:t>ee</a:t>
            </a:r>
            <a:r>
              <a:rPr sz="1150" spc="0" dirty="0" smtClean="0">
                <a:latin typeface="Georgia"/>
                <a:cs typeface="Georgia"/>
              </a:rPr>
              <a:t>n indu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y,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high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 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35902" y="9592767"/>
            <a:ext cx="117493" cy="165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25"/>
              </a:lnSpc>
              <a:spcBef>
                <a:spcPts val="61"/>
              </a:spcBef>
            </a:pPr>
            <a:r>
              <a:rPr sz="1650" spc="0" baseline="2482" dirty="0" smtClean="0"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60311" y="4876419"/>
            <a:ext cx="12447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1876155" y="4876419"/>
            <a:ext cx="12511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2104117" y="4876419"/>
            <a:ext cx="12574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2878302" y="4876419"/>
            <a:ext cx="12404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3656647" y="4876419"/>
            <a:ext cx="12433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3974933" y="4876419"/>
            <a:ext cx="12440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4410234" y="4876419"/>
            <a:ext cx="12479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5345377" y="4876419"/>
            <a:ext cx="12497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5754780" y="4876419"/>
            <a:ext cx="12376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273447" y="4876419"/>
            <a:ext cx="12461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6550728" y="4876419"/>
            <a:ext cx="12718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485775" y="612140"/>
            <a:ext cx="6396990" cy="705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74216" y="1821723"/>
            <a:ext cx="5871333" cy="66451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7360" algn="just">
              <a:lnSpc>
                <a:spcPts val="1280"/>
              </a:lnSpc>
              <a:spcBef>
                <a:spcPts val="64"/>
              </a:spcBef>
            </a:pP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1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-4" dirty="0" smtClean="0">
                <a:latin typeface="Georgia"/>
                <a:cs typeface="Georgia"/>
              </a:rPr>
              <a:t>ssel</a:t>
            </a:r>
            <a:r>
              <a:rPr sz="1150" spc="0" dirty="0" smtClean="0">
                <a:latin typeface="Georgia"/>
                <a:cs typeface="Georgia"/>
              </a:rPr>
              <a:t>ing,</a:t>
            </a:r>
            <a:r>
              <a:rPr sz="1150" spc="18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0" dirty="0" smtClean="0">
                <a:latin typeface="Georgia"/>
                <a:cs typeface="Georgia"/>
              </a:rPr>
              <a:t>or</a:t>
            </a:r>
            <a:r>
              <a:rPr sz="1150" spc="18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7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Dep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tm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177" dirty="0" smtClean="0">
                <a:latin typeface="Georgia"/>
                <a:cs typeface="Georgia"/>
              </a:rPr>
              <a:t> </a:t>
            </a:r>
            <a:r>
              <a:rPr sz="1150" spc="1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17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la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17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7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7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W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-1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gen</a:t>
            </a:r>
            <a:r>
              <a:rPr sz="1150" spc="16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ers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4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endParaRPr sz="1150">
              <a:latin typeface="Georgia"/>
              <a:cs typeface="Georgia"/>
            </a:endParaRPr>
          </a:p>
          <a:p>
            <a:pPr marL="12700" marR="1180" algn="just">
              <a:lnSpc>
                <a:spcPct val="94685"/>
              </a:lnSpc>
            </a:pPr>
            <a:r>
              <a:rPr sz="1150" spc="0" dirty="0" smtClean="0">
                <a:latin typeface="Georgia"/>
                <a:cs typeface="Georgia"/>
              </a:rPr>
              <a:t>int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odu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7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ine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s-int</a:t>
            </a:r>
            <a:r>
              <a:rPr sz="1150" spc="-4" dirty="0" smtClean="0">
                <a:latin typeface="Georgia"/>
                <a:cs typeface="Georgia"/>
              </a:rPr>
              <a:t>era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18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odel</a:t>
            </a:r>
            <a:r>
              <a:rPr sz="1150" spc="1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1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7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17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6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erla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17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8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ak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7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 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sear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proj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ts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igned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with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indu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 n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x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1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30%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nat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budg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has to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ned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14" dirty="0" smtClean="0">
                <a:latin typeface="Georgia"/>
                <a:cs typeface="Georgia"/>
              </a:rPr>
              <a:t>b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indu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4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ns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y have the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ight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</a:t>
            </a:r>
            <a:r>
              <a:rPr sz="1150" spc="9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le</a:t>
            </a:r>
            <a:r>
              <a:rPr sz="1150" spc="0" dirty="0" smtClean="0">
                <a:latin typeface="Georgia"/>
                <a:cs typeface="Georgia"/>
              </a:rPr>
              <a:t>s to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te the t</a:t>
            </a:r>
            <a:r>
              <a:rPr sz="1150" spc="4" dirty="0" smtClean="0">
                <a:latin typeface="Georgia"/>
                <a:cs typeface="Georgia"/>
              </a:rPr>
              <a:t>as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indu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y,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pani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hi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 40</a:t>
            </a:r>
            <a:r>
              <a:rPr sz="1150" spc="4" dirty="0" smtClean="0">
                <a:latin typeface="Georgia"/>
                <a:cs typeface="Georgia"/>
              </a:rPr>
              <a:t> P</a:t>
            </a:r>
            <a:r>
              <a:rPr sz="1150" spc="0" dirty="0" smtClean="0">
                <a:latin typeface="Georgia"/>
                <a:cs typeface="Georgia"/>
              </a:rPr>
              <a:t>hD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per y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wa</a:t>
            </a:r>
            <a:r>
              <a:rPr sz="1150" spc="-4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those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19" dirty="0" smtClean="0">
                <a:latin typeface="Georgia"/>
                <a:cs typeface="Georgia"/>
              </a:rPr>
              <a:t>w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 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pu</a:t>
            </a:r>
            <a:r>
              <a:rPr sz="1150" spc="-4" dirty="0" smtClean="0">
                <a:latin typeface="Georgia"/>
                <a:cs typeface="Georgia"/>
              </a:rPr>
              <a:t>rs</a:t>
            </a:r>
            <a:r>
              <a:rPr sz="1150" spc="0" dirty="0" smtClean="0">
                <a:latin typeface="Georgia"/>
                <a:cs typeface="Georgia"/>
              </a:rPr>
              <a:t>ue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us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-4" dirty="0" smtClean="0">
                <a:latin typeface="Georgia"/>
                <a:cs typeface="Georgia"/>
              </a:rPr>
              <a:t>aree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4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 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ir  </a:t>
            </a:r>
            <a:r>
              <a:rPr sz="1150" spc="4" dirty="0" smtClean="0">
                <a:latin typeface="Georgia"/>
                <a:cs typeface="Georgia"/>
              </a:rPr>
              <a:t> P</a:t>
            </a:r>
            <a:r>
              <a:rPr sz="1150" spc="0" dirty="0" smtClean="0">
                <a:latin typeface="Georgia"/>
                <a:cs typeface="Georgia"/>
              </a:rPr>
              <a:t>hD  </a:t>
            </a:r>
            <a:r>
              <a:rPr sz="1150" spc="1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  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14" dirty="0" smtClean="0">
                <a:latin typeface="Georgia"/>
                <a:cs typeface="Georgia"/>
              </a:rPr>
              <a:t>e</a:t>
            </a:r>
            <a:r>
              <a:rPr sz="1150" spc="1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te 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  </a:t>
            </a:r>
            <a:r>
              <a:rPr sz="1150" spc="1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resear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  </a:t>
            </a:r>
            <a:r>
              <a:rPr sz="1150" spc="1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proj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ts  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ing  </a:t>
            </a:r>
            <a:r>
              <a:rPr sz="1150" spc="1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9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4" dirty="0" smtClean="0">
                <a:latin typeface="Georgia"/>
                <a:cs typeface="Georgia"/>
              </a:rPr>
              <a:t>le</a:t>
            </a:r>
            <a:r>
              <a:rPr sz="1150" spc="0" dirty="0" smtClean="0">
                <a:latin typeface="Georgia"/>
                <a:cs typeface="Georgia"/>
              </a:rPr>
              <a:t>vel 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ologi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9" dirty="0" smtClean="0">
                <a:latin typeface="Georgia"/>
                <a:cs typeface="Georgia"/>
              </a:rPr>
              <a:t>ho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bec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top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ic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ts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te 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ir 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orts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other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proj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res</a:t>
            </a:r>
            <a:r>
              <a:rPr sz="1150" spc="9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9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nts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ith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nded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beco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ic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resear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2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ir f</a:t>
            </a:r>
            <a:r>
              <a:rPr sz="1150" spc="-4" dirty="0" smtClean="0">
                <a:latin typeface="Georgia"/>
                <a:cs typeface="Georgia"/>
              </a:rPr>
              <a:t>iel</a:t>
            </a:r>
            <a:r>
              <a:rPr sz="1150" spc="0" dirty="0" smtClean="0">
                <a:latin typeface="Georgia"/>
                <a:cs typeface="Georgia"/>
              </a:rPr>
              <a:t>d,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or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get</a:t>
            </a:r>
            <a:r>
              <a:rPr sz="1150" spc="2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job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pany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 a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hD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thus f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ting unive</a:t>
            </a:r>
            <a:r>
              <a:rPr sz="1150" spc="-4" dirty="0" smtClean="0">
                <a:latin typeface="Georgia"/>
                <a:cs typeface="Georgia"/>
              </a:rPr>
              <a:t>rs</a:t>
            </a:r>
            <a:r>
              <a:rPr sz="1150" spc="0" dirty="0" smtClean="0">
                <a:latin typeface="Georgia"/>
                <a:cs typeface="Georgia"/>
              </a:rPr>
              <a:t>ity-i</a:t>
            </a:r>
            <a:r>
              <a:rPr sz="1150" spc="1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us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int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tion.</a:t>
            </a:r>
            <a:endParaRPr sz="1150">
              <a:latin typeface="Georgia"/>
              <a:cs typeface="Georgia"/>
            </a:endParaRPr>
          </a:p>
          <a:p>
            <a:pPr marL="12700" marR="923" algn="just">
              <a:lnSpc>
                <a:spcPct val="94591"/>
              </a:lnSpc>
            </a:pP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os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ico</a:t>
            </a:r>
            <a:r>
              <a:rPr sz="1150" spc="-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na,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nate Secr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9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 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niti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tive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(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-9" dirty="0" smtClean="0">
                <a:latin typeface="Georgia"/>
                <a:cs typeface="Georgia"/>
              </a:rPr>
              <a:t>)</a:t>
            </a:r>
            <a:r>
              <a:rPr sz="1150" spc="0" dirty="0" smtClean="0">
                <a:latin typeface="Georgia"/>
                <a:cs typeface="Georgia"/>
              </a:rPr>
              <a:t>, pr</a:t>
            </a:r>
            <a:r>
              <a:rPr sz="1150" spc="-4" dirty="0" smtClean="0">
                <a:latin typeface="Georgia"/>
                <a:cs typeface="Georgia"/>
              </a:rPr>
              <a:t>ese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’s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vi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3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-9" dirty="0" smtClean="0">
                <a:latin typeface="Georgia"/>
                <a:cs typeface="Georgia"/>
              </a:rPr>
              <a:t>i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omy</a:t>
            </a:r>
            <a:r>
              <a:rPr sz="1150" spc="0" dirty="0" smtClean="0">
                <a:latin typeface="Georgia"/>
                <a:cs typeface="Georgia"/>
              </a:rPr>
              <a:t>. He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3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gy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top pr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ori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 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EI 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oun</a:t>
            </a:r>
            <a:r>
              <a:rPr sz="1150" spc="-14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dvan</a:t>
            </a:r>
            <a:r>
              <a:rPr sz="1150" spc="4" dirty="0" smtClean="0">
                <a:latin typeface="Georgia"/>
                <a:cs typeface="Georgia"/>
              </a:rPr>
              <a:t>ce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uel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ke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tors  for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ns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gy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ticu</a:t>
            </a:r>
            <a:r>
              <a:rPr sz="1150" spc="-4" dirty="0" smtClean="0">
                <a:latin typeface="Georgia"/>
                <a:cs typeface="Georgia"/>
              </a:rPr>
              <a:t>lar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1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ico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na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und</a:t>
            </a:r>
            <a:r>
              <a:rPr sz="1150" spc="-4" dirty="0" smtClean="0">
                <a:latin typeface="Georgia"/>
                <a:cs typeface="Georgia"/>
              </a:rPr>
              <a:t>erl</a:t>
            </a:r>
            <a:r>
              <a:rPr sz="1150" spc="0" dirty="0" smtClean="0">
                <a:latin typeface="Georgia"/>
                <a:cs typeface="Georgia"/>
              </a:rPr>
              <a:t>ined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th the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high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om</a:t>
            </a:r>
            <a:r>
              <a:rPr sz="1150" spc="-4" dirty="0" smtClean="0">
                <a:latin typeface="Georgia"/>
                <a:cs typeface="Georgia"/>
              </a:rPr>
              <a:t>as</a:t>
            </a:r>
            <a:r>
              <a:rPr sz="1150" spc="0" dirty="0" smtClean="0">
                <a:latin typeface="Georgia"/>
                <a:cs typeface="Georgia"/>
              </a:rPr>
              <a:t>s 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hig</a:t>
            </a:r>
            <a:r>
              <a:rPr sz="1150" spc="14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s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rk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vai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gio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this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9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d,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his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d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essa</a:t>
            </a:r>
            <a:r>
              <a:rPr sz="1150" spc="0" dirty="0" smtClean="0">
                <a:latin typeface="Georgia"/>
                <a:cs typeface="Georgia"/>
              </a:rPr>
              <a:t>ge is 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if indu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 ne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ds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ore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x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plo</a:t>
            </a:r>
            <a:r>
              <a:rPr sz="1150" spc="-14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profi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in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f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ure</a:t>
            </a:r>
            <a:r>
              <a:rPr sz="1150" spc="0" dirty="0" smtClean="0">
                <a:latin typeface="Georgia"/>
                <a:cs typeface="Georgia"/>
              </a:rPr>
              <a:t>, it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 to</a:t>
            </a:r>
            <a:r>
              <a:rPr sz="1150" spc="-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get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  <a:p>
            <a:pPr marL="12700" algn="just">
              <a:lnSpc>
                <a:spcPct val="94780"/>
              </a:lnSpc>
            </a:pP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el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7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</a:t>
            </a:r>
            <a:r>
              <a:rPr sz="1150" spc="7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fa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7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7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v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z</a:t>
            </a:r>
            <a:r>
              <a:rPr sz="1150" spc="0" dirty="0" smtClean="0">
                <a:latin typeface="Georgia"/>
                <a:cs typeface="Georgia"/>
              </a:rPr>
              <a:t>yme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b</a:t>
            </a:r>
            <a:r>
              <a:rPr sz="1150" spc="-4" dirty="0" smtClean="0">
                <a:latin typeface="Georgia"/>
                <a:cs typeface="Georgia"/>
              </a:rPr>
              <a:t>ser</a:t>
            </a:r>
            <a:r>
              <a:rPr sz="1150" spc="0" dirty="0" smtClean="0">
                <a:latin typeface="Georgia"/>
                <a:cs typeface="Georgia"/>
              </a:rPr>
              <a:t>ved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 is a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x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4" dirty="0" smtClean="0">
                <a:latin typeface="Georgia"/>
                <a:cs typeface="Georgia"/>
              </a:rPr>
              <a:t>rc</a:t>
            </a:r>
            <a:r>
              <a:rPr sz="1150" spc="0" dirty="0" smtClean="0">
                <a:latin typeface="Georgia"/>
                <a:cs typeface="Georgia"/>
              </a:rPr>
              <a:t>hing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oa</a:t>
            </a:r>
            <a:r>
              <a:rPr sz="1150" spc="-9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to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-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ue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ns,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 prop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new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0" dirty="0" smtClean="0">
                <a:latin typeface="Georgia"/>
                <a:cs typeface="Georgia"/>
              </a:rPr>
              <a:t>os</a:t>
            </a:r>
            <a:r>
              <a:rPr sz="1150" spc="-4" dirty="0" smtClean="0">
                <a:latin typeface="Georgia"/>
                <a:cs typeface="Georgia"/>
              </a:rPr>
              <a:t>tl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14" dirty="0" smtClean="0">
                <a:latin typeface="Georgia"/>
                <a:cs typeface="Georgia"/>
              </a:rPr>
              <a:t>b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ic</a:t>
            </a:r>
            <a:r>
              <a:rPr sz="1150" spc="25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aker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ts or 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rkers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icu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 </a:t>
            </a:r>
            <a:r>
              <a:rPr sz="1150" spc="-4" dirty="0" smtClean="0">
                <a:latin typeface="Georgia"/>
                <a:cs typeface="Georgia"/>
              </a:rPr>
              <a:t>sa</a:t>
            </a:r>
            <a:r>
              <a:rPr sz="1150" spc="0" dirty="0" smtClean="0">
                <a:latin typeface="Georgia"/>
                <a:cs typeface="Georgia"/>
              </a:rPr>
              <a:t>id th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e new</a:t>
            </a:r>
            <a:r>
              <a:rPr sz="1150" spc="4" dirty="0" smtClean="0">
                <a:latin typeface="Georgia"/>
                <a:cs typeface="Georgia"/>
              </a:rPr>
              <a:t> s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reas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9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s of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bene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its</a:t>
            </a:r>
            <a:r>
              <a:rPr sz="1150" spc="14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16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ake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5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5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ere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ici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ing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ploy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ng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what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-4" dirty="0" smtClean="0">
                <a:latin typeface="Georgia"/>
                <a:cs typeface="Georgia"/>
              </a:rPr>
              <a:t> a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rea</a:t>
            </a:r>
            <a:r>
              <a:rPr sz="1150" spc="0" dirty="0" smtClean="0">
                <a:latin typeface="Georgia"/>
                <a:cs typeface="Georgia"/>
              </a:rPr>
              <a:t>dy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vai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  <a:p>
            <a:pPr marL="12700" marR="995" algn="just">
              <a:lnSpc>
                <a:spcPts val="1306"/>
              </a:lnSpc>
            </a:pP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arx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2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ir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22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9" dirty="0" smtClean="0">
                <a:latin typeface="Georgia"/>
                <a:cs typeface="Georgia"/>
              </a:rPr>
              <a:t>B</a:t>
            </a:r>
            <a:r>
              <a:rPr sz="1125" spc="0" baseline="23469" dirty="0" smtClean="0">
                <a:latin typeface="Georgia"/>
                <a:cs typeface="Georgia"/>
              </a:rPr>
              <a:t>2</a:t>
            </a:r>
            <a:r>
              <a:rPr sz="1125" spc="4" baseline="23469" dirty="0" smtClean="0">
                <a:latin typeface="Georgia"/>
                <a:cs typeface="Georgia"/>
              </a:rPr>
              <a:t>0</a:t>
            </a:r>
            <a:r>
              <a:rPr sz="1125" spc="0" baseline="23469" dirty="0" smtClean="0">
                <a:latin typeface="Georgia"/>
                <a:cs typeface="Georgia"/>
              </a:rPr>
              <a:t>21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 on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2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nts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1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ught</a:t>
            </a:r>
            <a:r>
              <a:rPr sz="1150" spc="1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ut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ting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 of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2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tic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view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top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ticu</a:t>
            </a:r>
            <a:r>
              <a:rPr sz="1150" spc="-4" dirty="0" smtClean="0">
                <a:latin typeface="Georgia"/>
                <a:cs typeface="Georgia"/>
              </a:rPr>
              <a:t>lar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1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e prop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ir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9" dirty="0" smtClean="0">
                <a:latin typeface="Georgia"/>
                <a:cs typeface="Georgia"/>
              </a:rPr>
              <a:t>d</a:t>
            </a:r>
            <a:r>
              <a:rPr sz="1150" spc="0" dirty="0" smtClean="0">
                <a:latin typeface="Georgia"/>
                <a:cs typeface="Georgia"/>
              </a:rPr>
              <a:t>uca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ion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pa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h,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nts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ble 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r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inds 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nt 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tors  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 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k 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nt 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ic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 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ges   to 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ake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9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though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ble 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l vi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14" dirty="0" smtClean="0">
                <a:latin typeface="Georgia"/>
                <a:cs typeface="Georgia"/>
              </a:rPr>
              <a:t>-</a:t>
            </a:r>
            <a:r>
              <a:rPr sz="1150" spc="-4" dirty="0" smtClean="0">
                <a:latin typeface="Georgia"/>
                <a:cs typeface="Georgia"/>
              </a:rPr>
              <a:t>à</a:t>
            </a:r>
            <a:r>
              <a:rPr sz="1150" spc="0" dirty="0" smtClean="0">
                <a:latin typeface="Georgia"/>
                <a:cs typeface="Georgia"/>
              </a:rPr>
              <a:t>-vis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di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nt 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ologi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  <a:p>
            <a:pPr marL="12700" marR="2903" algn="just">
              <a:lnSpc>
                <a:spcPct val="94685"/>
              </a:lnSpc>
            </a:pP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qu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tions</a:t>
            </a:r>
            <a:r>
              <a:rPr sz="1150" spc="4" dirty="0" smtClean="0">
                <a:latin typeface="Georgia"/>
                <a:cs typeface="Georgia"/>
              </a:rPr>
              <a:t>-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nd-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nsw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0" dirty="0" smtClean="0">
                <a:latin typeface="Georgia"/>
                <a:cs typeface="Georgia"/>
              </a:rPr>
              <a:t>ion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-4" dirty="0" smtClean="0">
                <a:latin typeface="Georgia"/>
                <a:cs typeface="Georgia"/>
              </a:rPr>
              <a:t>ll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pr</a:t>
            </a:r>
            <a:r>
              <a:rPr sz="1150" spc="-4" dirty="0" smtClean="0">
                <a:latin typeface="Georgia"/>
                <a:cs typeface="Georgia"/>
              </a:rPr>
              <a:t>ese</a:t>
            </a:r>
            <a:r>
              <a:rPr sz="1150" spc="0" dirty="0" smtClean="0">
                <a:latin typeface="Georgia"/>
                <a:cs typeface="Georgia"/>
              </a:rPr>
              <a:t>nta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di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ion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ow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o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ak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nts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wa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bat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1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tion.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ticu</a:t>
            </a:r>
            <a:r>
              <a:rPr sz="1150" spc="-4" dirty="0" smtClean="0">
                <a:latin typeface="Georgia"/>
                <a:cs typeface="Georgia"/>
              </a:rPr>
              <a:t>lar</a:t>
            </a:r>
            <a:r>
              <a:rPr sz="1150" spc="0" dirty="0" smtClean="0">
                <a:latin typeface="Georgia"/>
                <a:cs typeface="Georgia"/>
              </a:rPr>
              <a:t>, unive</a:t>
            </a:r>
            <a:r>
              <a:rPr sz="1150" spc="-4" dirty="0" smtClean="0">
                <a:latin typeface="Georgia"/>
                <a:cs typeface="Georgia"/>
              </a:rPr>
              <a:t>rs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4" dirty="0" smtClean="0">
                <a:latin typeface="Georgia"/>
                <a:cs typeface="Georgia"/>
              </a:rPr>
              <a:t>ie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tud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nts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gu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arl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ticipate in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nf</a:t>
            </a:r>
            <a:r>
              <a:rPr sz="1150" spc="-4" dirty="0" smtClean="0">
                <a:latin typeface="Georgia"/>
                <a:cs typeface="Georgia"/>
              </a:rPr>
              <a:t>ere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tou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this top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 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wa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9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ese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tiv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om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indu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-4" dirty="0" smtClean="0">
                <a:latin typeface="Georgia"/>
                <a:cs typeface="Georgia"/>
              </a:rPr>
              <a:t>sa</a:t>
            </a:r>
            <a:r>
              <a:rPr sz="1150" spc="0" dirty="0" smtClean="0">
                <a:latin typeface="Georgia"/>
                <a:cs typeface="Georgia"/>
              </a:rPr>
              <a:t>id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0" dirty="0" smtClean="0">
                <a:latin typeface="Georgia"/>
                <a:cs typeface="Georgia"/>
              </a:rPr>
              <a:t>ite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nts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ir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la</a:t>
            </a:r>
            <a:r>
              <a:rPr sz="1150" spc="0" dirty="0" smtClean="0">
                <a:latin typeface="Georgia"/>
                <a:cs typeface="Georgia"/>
              </a:rPr>
              <a:t>bs.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Howeve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,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it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was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-4" dirty="0" smtClean="0">
                <a:latin typeface="Georgia"/>
                <a:cs typeface="Georgia"/>
              </a:rPr>
              <a:t>ee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if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orts  to pro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ote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resea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rela</a:t>
            </a:r>
            <a:r>
              <a:rPr sz="1150" spc="0" dirty="0" smtClean="0">
                <a:latin typeface="Georgia"/>
                <a:cs typeface="Georgia"/>
              </a:rPr>
              <a:t>tiv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od,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ide th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till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 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pro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1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nt.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nc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d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ng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this </a:t>
            </a:r>
            <a:r>
              <a:rPr sz="1150" spc="-4" dirty="0" smtClean="0">
                <a:latin typeface="Georgia"/>
                <a:cs typeface="Georgia"/>
              </a:rPr>
              <a:t>sess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2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indu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tiv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 pu</a:t>
            </a:r>
            <a:r>
              <a:rPr sz="1150" spc="-4" dirty="0" smtClean="0">
                <a:latin typeface="Georgia"/>
                <a:cs typeface="Georgia"/>
              </a:rPr>
              <a:t>rs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ng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tion,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ers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4" dirty="0" smtClean="0">
                <a:latin typeface="Georgia"/>
                <a:cs typeface="Georgia"/>
              </a:rPr>
              <a:t>ie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lar</a:t>
            </a:r>
            <a:r>
              <a:rPr sz="1150" spc="0" dirty="0" smtClean="0">
                <a:latin typeface="Georgia"/>
                <a:cs typeface="Georgia"/>
              </a:rPr>
              <a:t>ge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tinue 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ns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pt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new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qui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bene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ici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 pro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ous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iness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cr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by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ic</a:t>
            </a:r>
            <a:r>
              <a:rPr sz="1150" spc="4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akers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74216" y="8703599"/>
            <a:ext cx="5877805" cy="1717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80"/>
              </a:lnSpc>
              <a:spcBef>
                <a:spcPts val="64"/>
              </a:spcBef>
            </a:pPr>
            <a:r>
              <a:rPr sz="1150" b="1" u="sng" spc="-4" dirty="0" smtClean="0">
                <a:latin typeface="Georgia"/>
                <a:cs typeface="Georgia"/>
              </a:rPr>
              <a:t>S</a:t>
            </a:r>
            <a:r>
              <a:rPr sz="1150" b="1" u="sng" spc="0" dirty="0" smtClean="0">
                <a:latin typeface="Georgia"/>
                <a:cs typeface="Georgia"/>
              </a:rPr>
              <a:t>es</a:t>
            </a:r>
            <a:r>
              <a:rPr sz="1150" b="1" u="sng" spc="-4" dirty="0" smtClean="0">
                <a:latin typeface="Georgia"/>
                <a:cs typeface="Georgia"/>
              </a:rPr>
              <a:t>s</a:t>
            </a:r>
            <a:r>
              <a:rPr sz="1150" b="1" u="sng" spc="0" dirty="0" smtClean="0">
                <a:latin typeface="Georgia"/>
                <a:cs typeface="Georgia"/>
              </a:rPr>
              <a:t>ion </a:t>
            </a:r>
            <a:r>
              <a:rPr sz="1150" b="1" u="sng" spc="25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4 </a:t>
            </a:r>
            <a:r>
              <a:rPr sz="1150" b="1" u="sng" spc="25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- </a:t>
            </a:r>
            <a:r>
              <a:rPr sz="1150" b="1" u="sng" spc="2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Inclu</a:t>
            </a:r>
            <a:r>
              <a:rPr sz="1150" b="1" u="sng" spc="-4" dirty="0" smtClean="0">
                <a:latin typeface="Georgia"/>
                <a:cs typeface="Georgia"/>
              </a:rPr>
              <a:t>s</a:t>
            </a:r>
            <a:r>
              <a:rPr sz="1150" b="1" u="sng" spc="-9" dirty="0" smtClean="0">
                <a:latin typeface="Georgia"/>
                <a:cs typeface="Georgia"/>
              </a:rPr>
              <a:t>i</a:t>
            </a:r>
            <a:r>
              <a:rPr sz="1150" b="1" u="sng" spc="0" dirty="0" smtClean="0">
                <a:latin typeface="Georgia"/>
                <a:cs typeface="Georgia"/>
              </a:rPr>
              <a:t>on </a:t>
            </a:r>
            <a:r>
              <a:rPr sz="1150" b="1" u="sng" spc="25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of </a:t>
            </a:r>
            <a:r>
              <a:rPr sz="1150" b="1" u="sng" spc="29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pr</a:t>
            </a:r>
            <a:r>
              <a:rPr sz="1150" b="1" u="sng" spc="-9" dirty="0" smtClean="0">
                <a:latin typeface="Georgia"/>
                <a:cs typeface="Georgia"/>
              </a:rPr>
              <a:t>i</a:t>
            </a:r>
            <a:r>
              <a:rPr sz="1150" b="1" u="sng" spc="4" dirty="0" smtClean="0">
                <a:latin typeface="Georgia"/>
                <a:cs typeface="Georgia"/>
              </a:rPr>
              <a:t>m</a:t>
            </a:r>
            <a:r>
              <a:rPr sz="1150" b="1" u="sng" spc="0" dirty="0" smtClean="0">
                <a:latin typeface="Georgia"/>
                <a:cs typeface="Georgia"/>
              </a:rPr>
              <a:t>ary </a:t>
            </a:r>
            <a:r>
              <a:rPr sz="1150" b="1" u="sng" spc="25" dirty="0" smtClean="0">
                <a:latin typeface="Georgia"/>
                <a:cs typeface="Georgia"/>
              </a:rPr>
              <a:t> </a:t>
            </a:r>
            <a:r>
              <a:rPr sz="1150" b="1" u="sng" spc="-14" dirty="0" smtClean="0">
                <a:latin typeface="Georgia"/>
                <a:cs typeface="Georgia"/>
              </a:rPr>
              <a:t>p</a:t>
            </a:r>
            <a:r>
              <a:rPr sz="1150" b="1" u="sng" spc="0" dirty="0" smtClean="0">
                <a:latin typeface="Georgia"/>
                <a:cs typeface="Georgia"/>
              </a:rPr>
              <a:t>ro</a:t>
            </a:r>
            <a:r>
              <a:rPr sz="1150" b="1" u="sng" spc="-4" dirty="0" smtClean="0">
                <a:latin typeface="Georgia"/>
                <a:cs typeface="Georgia"/>
              </a:rPr>
              <a:t>d</a:t>
            </a:r>
            <a:r>
              <a:rPr sz="1150" b="1" u="sng" spc="0" dirty="0" smtClean="0">
                <a:latin typeface="Georgia"/>
                <a:cs typeface="Georgia"/>
              </a:rPr>
              <a:t>ucers </a:t>
            </a:r>
            <a:r>
              <a:rPr sz="1150" b="1" u="sng" spc="29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in </a:t>
            </a:r>
            <a:r>
              <a:rPr sz="1150" b="1" u="sng" spc="2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t</a:t>
            </a:r>
            <a:r>
              <a:rPr sz="1150" b="1" u="sng" spc="-4" dirty="0" smtClean="0">
                <a:latin typeface="Georgia"/>
                <a:cs typeface="Georgia"/>
              </a:rPr>
              <a:t>h</a:t>
            </a:r>
            <a:r>
              <a:rPr sz="1150" b="1" u="sng" spc="0" dirty="0" smtClean="0">
                <a:latin typeface="Georgia"/>
                <a:cs typeface="Georgia"/>
              </a:rPr>
              <a:t>e </a:t>
            </a:r>
            <a:r>
              <a:rPr sz="1150" b="1" u="sng" spc="1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kn</a:t>
            </a:r>
            <a:r>
              <a:rPr sz="1150" b="1" u="sng" spc="-4" dirty="0" smtClean="0">
                <a:latin typeface="Georgia"/>
                <a:cs typeface="Georgia"/>
              </a:rPr>
              <a:t>o</a:t>
            </a:r>
            <a:r>
              <a:rPr sz="1150" b="1" u="sng" spc="0" dirty="0" smtClean="0">
                <a:latin typeface="Georgia"/>
                <a:cs typeface="Georgia"/>
              </a:rPr>
              <a:t>w</a:t>
            </a:r>
            <a:r>
              <a:rPr sz="1150" b="1" u="sng" spc="-9" dirty="0" smtClean="0">
                <a:latin typeface="Georgia"/>
                <a:cs typeface="Georgia"/>
              </a:rPr>
              <a:t>l</a:t>
            </a:r>
            <a:r>
              <a:rPr sz="1150" b="1" u="sng" spc="0" dirty="0" smtClean="0">
                <a:latin typeface="Georgia"/>
                <a:cs typeface="Georgia"/>
              </a:rPr>
              <a:t>e</a:t>
            </a:r>
            <a:r>
              <a:rPr sz="1150" b="1" u="sng" spc="4" dirty="0" smtClean="0">
                <a:latin typeface="Georgia"/>
                <a:cs typeface="Georgia"/>
              </a:rPr>
              <a:t>d</a:t>
            </a:r>
            <a:r>
              <a:rPr sz="1150" b="1" u="sng" spc="-4" dirty="0" smtClean="0">
                <a:latin typeface="Georgia"/>
                <a:cs typeface="Georgia"/>
              </a:rPr>
              <a:t>g</a:t>
            </a:r>
            <a:r>
              <a:rPr sz="1150" b="1" u="sng" spc="0" dirty="0" smtClean="0">
                <a:latin typeface="Georgia"/>
                <a:cs typeface="Georgia"/>
              </a:rPr>
              <a:t>e </a:t>
            </a:r>
            <a:r>
              <a:rPr sz="1150" b="1" u="sng" spc="29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loop </a:t>
            </a:r>
            <a:r>
              <a:rPr sz="1150" b="1" u="sng" spc="2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in </a:t>
            </a:r>
            <a:r>
              <a:rPr sz="1150" b="1" u="sng" spc="1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t</a:t>
            </a:r>
            <a:r>
              <a:rPr sz="1150" b="1" u="sng" spc="-4" dirty="0" smtClean="0">
                <a:latin typeface="Georgia"/>
                <a:cs typeface="Georgia"/>
              </a:rPr>
              <a:t>h</a:t>
            </a:r>
            <a:r>
              <a:rPr sz="1150" b="1" u="sng" spc="0" dirty="0" smtClean="0">
                <a:latin typeface="Georgia"/>
                <a:cs typeface="Georgia"/>
              </a:rPr>
              <a:t>e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74216" y="8869715"/>
            <a:ext cx="965719" cy="1717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80"/>
              </a:lnSpc>
              <a:spcBef>
                <a:spcPts val="64"/>
              </a:spcBef>
            </a:pPr>
            <a:r>
              <a:rPr sz="1150" b="1" u="sng" spc="0" dirty="0" smtClean="0">
                <a:latin typeface="Georgia"/>
                <a:cs typeface="Georgia"/>
              </a:rPr>
              <a:t>bioeconomy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35902" y="9592767"/>
            <a:ext cx="117493" cy="165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25"/>
              </a:lnSpc>
              <a:spcBef>
                <a:spcPts val="61"/>
              </a:spcBef>
            </a:pPr>
            <a:r>
              <a:rPr sz="1650" spc="0" baseline="2482" dirty="0" smtClean="0"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60311" y="8694674"/>
            <a:ext cx="7721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1832542" y="8694674"/>
            <a:ext cx="7728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1965261" y="8694674"/>
            <a:ext cx="7715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2754575" y="8694674"/>
            <a:ext cx="7714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2982242" y="8694674"/>
            <a:ext cx="7786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3677322" y="8694674"/>
            <a:ext cx="7743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4525997" y="8694674"/>
            <a:ext cx="7761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4756273" y="8694674"/>
            <a:ext cx="7732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5074239" y="8694674"/>
            <a:ext cx="7625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5960841" y="8694674"/>
            <a:ext cx="7771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371174" y="8694674"/>
            <a:ext cx="7718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6601020" y="8694674"/>
            <a:ext cx="7571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85775" y="612140"/>
            <a:ext cx="6396990" cy="705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1074216" y="1840025"/>
            <a:ext cx="5873681" cy="79183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789" algn="just">
              <a:lnSpc>
                <a:spcPts val="1325"/>
              </a:lnSpc>
              <a:spcBef>
                <a:spcPts val="66"/>
              </a:spcBef>
            </a:pPr>
            <a:r>
              <a:rPr sz="1200" spc="0" dirty="0" smtClean="0">
                <a:latin typeface="Times New Roman"/>
                <a:cs typeface="Times New Roman"/>
              </a:rPr>
              <a:t>This </a:t>
            </a:r>
            <a:r>
              <a:rPr sz="1200" spc="1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s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ssion </a:t>
            </a:r>
            <a:r>
              <a:rPr sz="1200" spc="1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w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s </a:t>
            </a:r>
            <a:r>
              <a:rPr sz="1200" spc="14" dirty="0" smtClean="0">
                <a:latin typeface="Times New Roman"/>
                <a:cs typeface="Times New Roman"/>
              </a:rPr>
              <a:t> 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h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ir</a:t>
            </a:r>
            <a:r>
              <a:rPr sz="1200" spc="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d </a:t>
            </a:r>
            <a:r>
              <a:rPr sz="1200" spc="9" dirty="0" smtClean="0">
                <a:latin typeface="Times New Roman"/>
                <a:cs typeface="Times New Roman"/>
              </a:rPr>
              <a:t> b</a:t>
            </a:r>
            <a:r>
              <a:rPr sz="1200" spc="0" dirty="0" smtClean="0">
                <a:latin typeface="Times New Roman"/>
                <a:cs typeface="Times New Roman"/>
              </a:rPr>
              <a:t>y</a:t>
            </a:r>
            <a:r>
              <a:rPr sz="1200" spc="285" dirty="0" smtClean="0">
                <a:latin typeface="Times New Roman"/>
                <a:cs typeface="Times New Roman"/>
              </a:rPr>
              <a:t> </a:t>
            </a:r>
            <a:r>
              <a:rPr sz="1200" spc="9" dirty="0" smtClean="0">
                <a:latin typeface="Times New Roman"/>
                <a:cs typeface="Times New Roman"/>
              </a:rPr>
              <a:t>M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ria </a:t>
            </a:r>
            <a:r>
              <a:rPr sz="1200" spc="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A</a:t>
            </a:r>
            <a:r>
              <a:rPr sz="1200" spc="9" dirty="0" smtClean="0">
                <a:latin typeface="Times New Roman"/>
                <a:cs typeface="Times New Roman"/>
              </a:rPr>
              <a:t>n</a:t>
            </a:r>
            <a:r>
              <a:rPr sz="1200" spc="0" dirty="0" smtClean="0">
                <a:latin typeface="Times New Roman"/>
                <a:cs typeface="Times New Roman"/>
              </a:rPr>
              <a:t>g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les </a:t>
            </a:r>
            <a:r>
              <a:rPr sz="1200" spc="1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B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ni</a:t>
            </a:r>
            <a:r>
              <a:rPr sz="1200" spc="4" dirty="0" smtClean="0">
                <a:latin typeface="Times New Roman"/>
                <a:cs typeface="Times New Roman"/>
              </a:rPr>
              <a:t>t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z </a:t>
            </a:r>
            <a:r>
              <a:rPr sz="1200" spc="14" dirty="0" smtClean="0">
                <a:latin typeface="Times New Roman"/>
                <a:cs typeface="Times New Roman"/>
              </a:rPr>
              <a:t> </a:t>
            </a:r>
            <a:r>
              <a:rPr sz="1200" spc="4" dirty="0" smtClean="0">
                <a:latin typeface="Times New Roman"/>
                <a:cs typeface="Times New Roman"/>
              </a:rPr>
              <a:t>S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la</a:t>
            </a:r>
            <a:r>
              <a:rPr sz="1200" spc="4" dirty="0" smtClean="0">
                <a:latin typeface="Times New Roman"/>
                <a:cs typeface="Times New Roman"/>
              </a:rPr>
              <a:t>s</a:t>
            </a:r>
            <a:r>
              <a:rPr sz="1200" spc="0" dirty="0" smtClean="0">
                <a:latin typeface="Times New Roman"/>
                <a:cs typeface="Times New Roman"/>
              </a:rPr>
              <a:t>,Dir</a:t>
            </a:r>
            <a:r>
              <a:rPr sz="1200" spc="-4" dirty="0" smtClean="0">
                <a:latin typeface="Times New Roman"/>
                <a:cs typeface="Times New Roman"/>
              </a:rPr>
              <a:t>ec</a:t>
            </a:r>
            <a:r>
              <a:rPr sz="1200" spc="0" dirty="0" smtClean="0">
                <a:latin typeface="Times New Roman"/>
                <a:cs typeface="Times New Roman"/>
              </a:rPr>
              <a:t>tor </a:t>
            </a:r>
            <a:r>
              <a:rPr sz="1200" spc="9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f</a:t>
            </a:r>
            <a:r>
              <a:rPr sz="1200" spc="4" dirty="0" smtClean="0">
                <a:latin typeface="Times New Roman"/>
                <a:cs typeface="Times New Roman"/>
              </a:rPr>
              <a:t>o</a:t>
            </a:r>
            <a:r>
              <a:rPr sz="1200" spc="0" dirty="0" smtClean="0">
                <a:latin typeface="Times New Roman"/>
                <a:cs typeface="Times New Roman"/>
              </a:rPr>
              <a:t>r </a:t>
            </a:r>
            <a:r>
              <a:rPr sz="1200" spc="4" dirty="0" smtClean="0">
                <a:latin typeface="Times New Roman"/>
                <a:cs typeface="Times New Roman"/>
              </a:rPr>
              <a:t> S</a:t>
            </a:r>
            <a:r>
              <a:rPr sz="1200" spc="0" dirty="0" smtClean="0">
                <a:latin typeface="Times New Roman"/>
                <a:cs typeface="Times New Roman"/>
              </a:rPr>
              <a:t>ustai</a:t>
            </a:r>
            <a:r>
              <a:rPr sz="1200" spc="9" dirty="0" smtClean="0">
                <a:latin typeface="Times New Roman"/>
                <a:cs typeface="Times New Roman"/>
              </a:rPr>
              <a:t>n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bi</a:t>
            </a:r>
            <a:r>
              <a:rPr sz="1200" spc="4" dirty="0" smtClean="0">
                <a:latin typeface="Times New Roman"/>
                <a:cs typeface="Times New Roman"/>
              </a:rPr>
              <a:t>l</a:t>
            </a:r>
            <a:r>
              <a:rPr sz="1200" spc="0" dirty="0" smtClean="0">
                <a:latin typeface="Times New Roman"/>
                <a:cs typeface="Times New Roman"/>
              </a:rPr>
              <a:t>i</a:t>
            </a:r>
            <a:r>
              <a:rPr sz="1200" spc="14" dirty="0" smtClean="0">
                <a:latin typeface="Times New Roman"/>
                <a:cs typeface="Times New Roman"/>
              </a:rPr>
              <a:t>t</a:t>
            </a:r>
            <a:r>
              <a:rPr sz="1200" spc="0" dirty="0" smtClean="0">
                <a:latin typeface="Times New Roman"/>
                <a:cs typeface="Times New Roman"/>
              </a:rPr>
              <a:t>y</a:t>
            </a:r>
            <a:r>
              <a:rPr sz="1200" spc="275" dirty="0" smtClean="0">
                <a:latin typeface="Times New Roman"/>
                <a:cs typeface="Times New Roman"/>
              </a:rPr>
              <a:t> 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nd</a:t>
            </a:r>
            <a:endParaRPr sz="1200">
              <a:latin typeface="Times New Roman"/>
              <a:cs typeface="Times New Roman"/>
            </a:endParaRPr>
          </a:p>
          <a:p>
            <a:pPr marL="12700" marR="2447" algn="just">
              <a:lnSpc>
                <a:spcPct val="95825"/>
              </a:lnSpc>
            </a:pPr>
            <a:r>
              <a:rPr sz="1200" spc="0" dirty="0" smtClean="0">
                <a:latin typeface="Times New Roman"/>
                <a:cs typeface="Times New Roman"/>
              </a:rPr>
              <a:t>Qu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l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14" dirty="0" smtClean="0">
                <a:latin typeface="Times New Roman"/>
                <a:cs typeface="Times New Roman"/>
              </a:rPr>
              <a:t>t</a:t>
            </a:r>
            <a:r>
              <a:rPr sz="1200" spc="0" dirty="0" smtClean="0">
                <a:latin typeface="Times New Roman"/>
                <a:cs typeface="Times New Roman"/>
              </a:rPr>
              <a:t>y </a:t>
            </a:r>
            <a:r>
              <a:rPr sz="1200" spc="9" dirty="0" smtClean="0">
                <a:latin typeface="Times New Roman"/>
                <a:cs typeface="Times New Roman"/>
              </a:rPr>
              <a:t>o</a:t>
            </a:r>
            <a:r>
              <a:rPr sz="1200" spc="0" dirty="0" smtClean="0">
                <a:latin typeface="Times New Roman"/>
                <a:cs typeface="Times New Roman"/>
              </a:rPr>
              <a:t>f</a:t>
            </a:r>
            <a:r>
              <a:rPr sz="1200" spc="25" dirty="0" smtClean="0">
                <a:latin typeface="Times New Roman"/>
                <a:cs typeface="Times New Roman"/>
              </a:rPr>
              <a:t> </a:t>
            </a:r>
            <a:r>
              <a:rPr sz="1200" spc="9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g</a:t>
            </a:r>
            <a:r>
              <a:rPr sz="1200" spc="-4" dirty="0" smtClean="0">
                <a:latin typeface="Times New Roman"/>
                <a:cs typeface="Times New Roman"/>
              </a:rPr>
              <a:t>r</a:t>
            </a:r>
            <a:r>
              <a:rPr sz="1200" spc="0" dirty="0" smtClean="0">
                <a:latin typeface="Times New Roman"/>
                <a:cs typeface="Times New Roman"/>
              </a:rPr>
              <a:t>iculture</a:t>
            </a:r>
            <a:r>
              <a:rPr sz="1200" spc="29" dirty="0" smtClean="0">
                <a:latin typeface="Times New Roman"/>
                <a:cs typeface="Times New Roman"/>
              </a:rPr>
              <a:t> 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nd</a:t>
            </a:r>
            <a:r>
              <a:rPr sz="1200" spc="29" dirty="0" smtClean="0">
                <a:latin typeface="Times New Roman"/>
                <a:cs typeface="Times New Roman"/>
              </a:rPr>
              <a:t> </a:t>
            </a:r>
            <a:r>
              <a:rPr sz="1200" spc="4" dirty="0" smtClean="0">
                <a:latin typeface="Times New Roman"/>
                <a:cs typeface="Times New Roman"/>
              </a:rPr>
              <a:t>R</a:t>
            </a:r>
            <a:r>
              <a:rPr sz="1200" spc="0" dirty="0" smtClean="0">
                <a:latin typeface="Times New Roman"/>
                <a:cs typeface="Times New Roman"/>
              </a:rPr>
              <a:t>u</a:t>
            </a:r>
            <a:r>
              <a:rPr sz="1200" spc="-4" dirty="0" smtClean="0">
                <a:latin typeface="Times New Roman"/>
                <a:cs typeface="Times New Roman"/>
              </a:rPr>
              <a:t>ra</a:t>
            </a:r>
            <a:r>
              <a:rPr sz="1200" spc="0" dirty="0" smtClean="0">
                <a:latin typeface="Times New Roman"/>
                <a:cs typeface="Times New Roman"/>
              </a:rPr>
              <a:t>l</a:t>
            </a:r>
            <a:r>
              <a:rPr sz="1200" spc="40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D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v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lop</a:t>
            </a:r>
            <a:r>
              <a:rPr sz="1200" spc="4" dirty="0" smtClean="0">
                <a:latin typeface="Times New Roman"/>
                <a:cs typeface="Times New Roman"/>
              </a:rPr>
              <a:t>m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nt</a:t>
            </a:r>
            <a:r>
              <a:rPr sz="1200" spc="45" dirty="0" smtClean="0">
                <a:latin typeface="Times New Roman"/>
                <a:cs typeface="Times New Roman"/>
              </a:rPr>
              <a:t> 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t</a:t>
            </a:r>
            <a:r>
              <a:rPr sz="1200" spc="25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the</a:t>
            </a:r>
            <a:r>
              <a:rPr sz="1200" spc="3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Eu</a:t>
            </a:r>
            <a:r>
              <a:rPr sz="1200" spc="-4" dirty="0" smtClean="0">
                <a:latin typeface="Times New Roman"/>
                <a:cs typeface="Times New Roman"/>
              </a:rPr>
              <a:t>r</a:t>
            </a:r>
            <a:r>
              <a:rPr sz="1200" spc="0" dirty="0" smtClean="0">
                <a:latin typeface="Times New Roman"/>
                <a:cs typeface="Times New Roman"/>
              </a:rPr>
              <a:t>op</a:t>
            </a:r>
            <a:r>
              <a:rPr sz="1200" spc="4" dirty="0" smtClean="0">
                <a:latin typeface="Times New Roman"/>
                <a:cs typeface="Times New Roman"/>
              </a:rPr>
              <a:t>e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n</a:t>
            </a:r>
            <a:r>
              <a:rPr sz="1200" spc="25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Co</a:t>
            </a:r>
            <a:r>
              <a:rPr sz="1200" spc="14" dirty="0" smtClean="0">
                <a:latin typeface="Times New Roman"/>
                <a:cs typeface="Times New Roman"/>
              </a:rPr>
              <a:t>m</a:t>
            </a:r>
            <a:r>
              <a:rPr sz="1200" spc="0" dirty="0" smtClean="0">
                <a:latin typeface="Times New Roman"/>
                <a:cs typeface="Times New Roman"/>
              </a:rPr>
              <a:t>m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ss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on</a:t>
            </a:r>
            <a:r>
              <a:rPr sz="1200" spc="-9" dirty="0" smtClean="0">
                <a:latin typeface="Times New Roman"/>
                <a:cs typeface="Times New Roman"/>
              </a:rPr>
              <a:t>'</a:t>
            </a:r>
            <a:r>
              <a:rPr sz="1200" spc="0" dirty="0" smtClean="0">
                <a:latin typeface="Times New Roman"/>
                <a:cs typeface="Times New Roman"/>
              </a:rPr>
              <a:t>s</a:t>
            </a:r>
            <a:r>
              <a:rPr sz="1200" spc="40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Dire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tor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t</a:t>
            </a:r>
            <a:r>
              <a:rPr sz="1200" spc="9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- G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n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4" dirty="0" smtClean="0">
                <a:latin typeface="Times New Roman"/>
                <a:cs typeface="Times New Roman"/>
              </a:rPr>
              <a:t>r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l</a:t>
            </a:r>
            <a:r>
              <a:rPr sz="1200" spc="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for</a:t>
            </a:r>
            <a:r>
              <a:rPr sz="1200" spc="-4" dirty="0" smtClean="0">
                <a:latin typeface="Times New Roman"/>
                <a:cs typeface="Times New Roman"/>
              </a:rPr>
              <a:t> </a:t>
            </a:r>
            <a:r>
              <a:rPr sz="1200" spc="9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g</a:t>
            </a:r>
            <a:r>
              <a:rPr sz="1200" spc="-4" dirty="0" smtClean="0">
                <a:latin typeface="Times New Roman"/>
                <a:cs typeface="Times New Roman"/>
              </a:rPr>
              <a:t>r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ul</a:t>
            </a:r>
            <a:r>
              <a:rPr sz="1200" spc="4" dirty="0" smtClean="0">
                <a:latin typeface="Times New Roman"/>
                <a:cs typeface="Times New Roman"/>
              </a:rPr>
              <a:t>t</a:t>
            </a:r>
            <a:r>
              <a:rPr sz="1200" spc="0" dirty="0" smtClean="0">
                <a:latin typeface="Times New Roman"/>
                <a:cs typeface="Times New Roman"/>
              </a:rPr>
              <a:t>u</a:t>
            </a:r>
            <a:r>
              <a:rPr sz="1200" spc="-4" dirty="0" smtClean="0">
                <a:latin typeface="Times New Roman"/>
                <a:cs typeface="Times New Roman"/>
              </a:rPr>
              <a:t>r</a:t>
            </a:r>
            <a:r>
              <a:rPr sz="1200" spc="0" dirty="0" smtClean="0">
                <a:latin typeface="Times New Roman"/>
                <a:cs typeface="Times New Roman"/>
              </a:rPr>
              <a:t>e</a:t>
            </a:r>
            <a:r>
              <a:rPr sz="1200" spc="-4" dirty="0" smtClean="0">
                <a:latin typeface="Times New Roman"/>
                <a:cs typeface="Times New Roman"/>
              </a:rPr>
              <a:t> </a:t>
            </a:r>
            <a:r>
              <a:rPr sz="1200" spc="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nd Rur</a:t>
            </a:r>
            <a:r>
              <a:rPr sz="1200" spc="-9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l D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v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lop</a:t>
            </a:r>
            <a:r>
              <a:rPr sz="1200" spc="4" dirty="0" smtClean="0">
                <a:latin typeface="Times New Roman"/>
                <a:cs typeface="Times New Roman"/>
              </a:rPr>
              <a:t>m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n</a:t>
            </a:r>
            <a:r>
              <a:rPr sz="1200" spc="9" dirty="0" smtClean="0">
                <a:latin typeface="Times New Roman"/>
                <a:cs typeface="Times New Roman"/>
              </a:rPr>
              <a:t>t</a:t>
            </a:r>
            <a:r>
              <a:rPr sz="1200" spc="0" dirty="0" smtClean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96016"/>
              </a:lnSpc>
            </a:pPr>
            <a:r>
              <a:rPr sz="1200" spc="0" dirty="0" smtClean="0">
                <a:latin typeface="Times New Roman"/>
                <a:cs typeface="Times New Roman"/>
              </a:rPr>
              <a:t>The</a:t>
            </a:r>
            <a:r>
              <a:rPr sz="1200" spc="1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fi</a:t>
            </a:r>
            <a:r>
              <a:rPr sz="1200" spc="-4" dirty="0" smtClean="0">
                <a:latin typeface="Times New Roman"/>
                <a:cs typeface="Times New Roman"/>
              </a:rPr>
              <a:t>r</a:t>
            </a:r>
            <a:r>
              <a:rPr sz="1200" spc="0" dirty="0" smtClean="0">
                <a:latin typeface="Times New Roman"/>
                <a:cs typeface="Times New Roman"/>
              </a:rPr>
              <a:t>st</a:t>
            </a:r>
            <a:r>
              <a:rPr sz="1200" spc="2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spe</a:t>
            </a:r>
            <a:r>
              <a:rPr sz="1200" spc="-9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k</a:t>
            </a:r>
            <a:r>
              <a:rPr sz="1200" spc="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r,</a:t>
            </a:r>
            <a:r>
              <a:rPr sz="1200" spc="2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Mr</a:t>
            </a:r>
            <a:r>
              <a:rPr sz="1200" spc="29" dirty="0" smtClean="0">
                <a:latin typeface="Times New Roman"/>
                <a:cs typeface="Times New Roman"/>
              </a:rPr>
              <a:t> </a:t>
            </a:r>
            <a:r>
              <a:rPr sz="1200" spc="4" dirty="0" smtClean="0">
                <a:latin typeface="Times New Roman"/>
                <a:cs typeface="Times New Roman"/>
              </a:rPr>
              <a:t>P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kka</a:t>
            </a:r>
            <a:r>
              <a:rPr sz="1200" spc="19" dirty="0" smtClean="0">
                <a:latin typeface="Times New Roman"/>
                <a:cs typeface="Times New Roman"/>
              </a:rPr>
              <a:t> </a:t>
            </a:r>
            <a:r>
              <a:rPr sz="1200" spc="4" dirty="0" smtClean="0">
                <a:latin typeface="Times New Roman"/>
                <a:cs typeface="Times New Roman"/>
              </a:rPr>
              <a:t>P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sone</a:t>
            </a:r>
            <a:r>
              <a:rPr sz="1200" spc="-4" dirty="0" smtClean="0">
                <a:latin typeface="Times New Roman"/>
                <a:cs typeface="Times New Roman"/>
              </a:rPr>
              <a:t>n</a:t>
            </a:r>
            <a:r>
              <a:rPr sz="1200" spc="0" dirty="0" smtClean="0">
                <a:latin typeface="Times New Roman"/>
                <a:cs typeface="Times New Roman"/>
              </a:rPr>
              <a:t>,</a:t>
            </a:r>
            <a:r>
              <a:rPr sz="1200" spc="24" dirty="0" smtClean="0">
                <a:latin typeface="Times New Roman"/>
                <a:cs typeface="Times New Roman"/>
              </a:rPr>
              <a:t> </a:t>
            </a:r>
            <a:r>
              <a:rPr sz="1200" spc="4" dirty="0" smtClean="0">
                <a:latin typeface="Times New Roman"/>
                <a:cs typeface="Times New Roman"/>
              </a:rPr>
              <a:t>S</a:t>
            </a:r>
            <a:r>
              <a:rPr sz="1200" spc="-4" dirty="0" smtClean="0">
                <a:latin typeface="Times New Roman"/>
                <a:cs typeface="Times New Roman"/>
              </a:rPr>
              <a:t>ec</a:t>
            </a:r>
            <a:r>
              <a:rPr sz="1200" spc="4" dirty="0" smtClean="0">
                <a:latin typeface="Times New Roman"/>
                <a:cs typeface="Times New Roman"/>
              </a:rPr>
              <a:t>r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t</a:t>
            </a:r>
            <a:r>
              <a:rPr sz="1200" spc="9" dirty="0" smtClean="0">
                <a:latin typeface="Times New Roman"/>
                <a:cs typeface="Times New Roman"/>
              </a:rPr>
              <a:t>a</a:t>
            </a:r>
            <a:r>
              <a:rPr sz="1200" spc="4" dirty="0" smtClean="0">
                <a:latin typeface="Times New Roman"/>
                <a:cs typeface="Times New Roman"/>
              </a:rPr>
              <a:t>r</a:t>
            </a:r>
            <a:r>
              <a:rPr sz="1200" spc="0" dirty="0" smtClean="0">
                <a:latin typeface="Times New Roman"/>
                <a:cs typeface="Times New Roman"/>
              </a:rPr>
              <a:t>y </a:t>
            </a:r>
            <a:r>
              <a:rPr sz="1200" spc="9" dirty="0" smtClean="0">
                <a:latin typeface="Times New Roman"/>
                <a:cs typeface="Times New Roman"/>
              </a:rPr>
              <a:t>G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n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4" dirty="0" smtClean="0">
                <a:latin typeface="Times New Roman"/>
                <a:cs typeface="Times New Roman"/>
              </a:rPr>
              <a:t>r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l</a:t>
            </a:r>
            <a:r>
              <a:rPr sz="1200" spc="2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of</a:t>
            </a:r>
            <a:r>
              <a:rPr sz="1200" spc="40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Copa</a:t>
            </a:r>
            <a:r>
              <a:rPr sz="1200" spc="-4" dirty="0" smtClean="0">
                <a:latin typeface="Times New Roman"/>
                <a:cs typeface="Times New Roman"/>
              </a:rPr>
              <a:t>-</a:t>
            </a:r>
            <a:r>
              <a:rPr sz="1200" spc="1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o</a:t>
            </a:r>
            <a:r>
              <a:rPr sz="1200" spc="-9" dirty="0" smtClean="0">
                <a:latin typeface="Times New Roman"/>
                <a:cs typeface="Times New Roman"/>
              </a:rPr>
              <a:t>g</a:t>
            </a:r>
            <a:r>
              <a:rPr sz="1200" spc="4" dirty="0" smtClean="0">
                <a:latin typeface="Times New Roman"/>
                <a:cs typeface="Times New Roman"/>
              </a:rPr>
              <a:t>e</a:t>
            </a:r>
            <a:r>
              <a:rPr sz="1200" spc="-4" dirty="0" smtClean="0">
                <a:latin typeface="Times New Roman"/>
                <a:cs typeface="Times New Roman"/>
              </a:rPr>
              <a:t>ca</a:t>
            </a:r>
            <a:r>
              <a:rPr sz="1200" spc="0" dirty="0" smtClean="0">
                <a:latin typeface="Times New Roman"/>
                <a:cs typeface="Times New Roman"/>
              </a:rPr>
              <a:t>,</a:t>
            </a:r>
            <a:r>
              <a:rPr sz="1200" spc="2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f</a:t>
            </a:r>
            <a:r>
              <a:rPr sz="1200" spc="4" dirty="0" smtClean="0">
                <a:latin typeface="Times New Roman"/>
                <a:cs typeface="Times New Roman"/>
              </a:rPr>
              <a:t>o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used</a:t>
            </a:r>
            <a:r>
              <a:rPr sz="1200" spc="19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his p</a:t>
            </a:r>
            <a:r>
              <a:rPr sz="1200" spc="-4" dirty="0" smtClean="0">
                <a:latin typeface="Times New Roman"/>
                <a:cs typeface="Times New Roman"/>
              </a:rPr>
              <a:t>re</a:t>
            </a:r>
            <a:r>
              <a:rPr sz="1200" spc="0" dirty="0" smtClean="0">
                <a:latin typeface="Times New Roman"/>
                <a:cs typeface="Times New Roman"/>
              </a:rPr>
              <a:t>s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ntation </a:t>
            </a:r>
            <a:r>
              <a:rPr sz="1200" spc="25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on </a:t>
            </a:r>
            <a:r>
              <a:rPr sz="1200" spc="34" dirty="0" smtClean="0">
                <a:latin typeface="Times New Roman"/>
                <a:cs typeface="Times New Roman"/>
              </a:rPr>
              <a:t> </a:t>
            </a:r>
            <a:r>
              <a:rPr sz="1200" spc="4" dirty="0" smtClean="0">
                <a:latin typeface="Times New Roman"/>
                <a:cs typeface="Times New Roman"/>
              </a:rPr>
              <a:t>a</a:t>
            </a:r>
            <a:r>
              <a:rPr sz="1200" spc="-9" dirty="0" smtClean="0">
                <a:latin typeface="Times New Roman"/>
                <a:cs typeface="Times New Roman"/>
              </a:rPr>
              <a:t>g</a:t>
            </a:r>
            <a:r>
              <a:rPr sz="1200" spc="0" dirty="0" smtClean="0">
                <a:latin typeface="Times New Roman"/>
                <a:cs typeface="Times New Roman"/>
              </a:rPr>
              <a:t>ri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ul</a:t>
            </a:r>
            <a:r>
              <a:rPr sz="1200" spc="14" dirty="0" smtClean="0">
                <a:latin typeface="Times New Roman"/>
                <a:cs typeface="Times New Roman"/>
              </a:rPr>
              <a:t>t</a:t>
            </a:r>
            <a:r>
              <a:rPr sz="1200" spc="0" dirty="0" smtClean="0">
                <a:latin typeface="Times New Roman"/>
                <a:cs typeface="Times New Roman"/>
              </a:rPr>
              <a:t>u</a:t>
            </a:r>
            <a:r>
              <a:rPr sz="1200" spc="-4" dirty="0" smtClean="0">
                <a:latin typeface="Times New Roman"/>
                <a:cs typeface="Times New Roman"/>
              </a:rPr>
              <a:t>re</a:t>
            </a:r>
            <a:r>
              <a:rPr sz="1200" spc="0" dirty="0" smtClean="0">
                <a:latin typeface="Times New Roman"/>
                <a:cs typeface="Times New Roman"/>
              </a:rPr>
              <a:t>, </a:t>
            </a:r>
            <a:r>
              <a:rPr sz="1200" spc="20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the </a:t>
            </a:r>
            <a:r>
              <a:rPr sz="1200" spc="29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fo</a:t>
            </a:r>
            <a:r>
              <a:rPr sz="1200" spc="4" dirty="0" smtClean="0">
                <a:latin typeface="Times New Roman"/>
                <a:cs typeface="Times New Roman"/>
              </a:rPr>
              <a:t>r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st</a:t>
            </a:r>
            <a:r>
              <a:rPr sz="1200" spc="25" dirty="0" smtClean="0">
                <a:latin typeface="Times New Roman"/>
                <a:cs typeface="Times New Roman"/>
              </a:rPr>
              <a:t>r</a:t>
            </a:r>
            <a:r>
              <a:rPr sz="1200" spc="0" dirty="0" smtClean="0">
                <a:latin typeface="Times New Roman"/>
                <a:cs typeface="Times New Roman"/>
              </a:rPr>
              <a:t>y  s</a:t>
            </a:r>
            <a:r>
              <a:rPr sz="1200" spc="4" dirty="0" smtClean="0">
                <a:latin typeface="Times New Roman"/>
                <a:cs typeface="Times New Roman"/>
              </a:rPr>
              <a:t>e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tor </a:t>
            </a:r>
            <a:r>
              <a:rPr sz="1200" spc="29" dirty="0" smtClean="0">
                <a:latin typeface="Times New Roman"/>
                <a:cs typeface="Times New Roman"/>
              </a:rPr>
              <a:t> 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nd </a:t>
            </a:r>
            <a:r>
              <a:rPr sz="1200" spc="20" dirty="0" smtClean="0">
                <a:latin typeface="Times New Roman"/>
                <a:cs typeface="Times New Roman"/>
              </a:rPr>
              <a:t> </a:t>
            </a:r>
            <a:r>
              <a:rPr sz="1200" spc="4" dirty="0" smtClean="0">
                <a:latin typeface="Times New Roman"/>
                <a:cs typeface="Times New Roman"/>
              </a:rPr>
              <a:t>f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rm</a:t>
            </a:r>
            <a:r>
              <a:rPr sz="1200" spc="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r</a:t>
            </a:r>
            <a:r>
              <a:rPr sz="1200" spc="25" dirty="0" smtClean="0">
                <a:latin typeface="Times New Roman"/>
                <a:cs typeface="Times New Roman"/>
              </a:rPr>
              <a:t>s</a:t>
            </a:r>
            <a:r>
              <a:rPr sz="1200" spc="0" dirty="0" smtClean="0">
                <a:latin typeface="Times New Roman"/>
                <a:cs typeface="Times New Roman"/>
              </a:rPr>
              <a:t>, </a:t>
            </a:r>
            <a:r>
              <a:rPr sz="1200" spc="25" dirty="0" smtClean="0">
                <a:latin typeface="Times New Roman"/>
                <a:cs typeface="Times New Roman"/>
              </a:rPr>
              <a:t> 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nd </a:t>
            </a:r>
            <a:r>
              <a:rPr sz="1200" spc="3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the </a:t>
            </a:r>
            <a:r>
              <a:rPr sz="1200" spc="29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role </a:t>
            </a:r>
            <a:r>
              <a:rPr sz="1200" spc="15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th</a:t>
            </a:r>
            <a:r>
              <a:rPr sz="1200" spc="19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y </a:t>
            </a:r>
            <a:r>
              <a:rPr sz="1200" spc="9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h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9" dirty="0" smtClean="0">
                <a:latin typeface="Times New Roman"/>
                <a:cs typeface="Times New Roman"/>
              </a:rPr>
              <a:t>v</a:t>
            </a:r>
            <a:r>
              <a:rPr sz="1200" spc="0" dirty="0" smtClean="0">
                <a:latin typeface="Times New Roman"/>
                <a:cs typeface="Times New Roman"/>
              </a:rPr>
              <a:t>e </a:t>
            </a:r>
            <a:r>
              <a:rPr sz="1200" spc="15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in d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v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lop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ng</a:t>
            </a:r>
            <a:r>
              <a:rPr sz="1200" spc="9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the</a:t>
            </a:r>
            <a:r>
              <a:rPr sz="1200" spc="4" dirty="0" smtClean="0">
                <a:latin typeface="Times New Roman"/>
                <a:cs typeface="Times New Roman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 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om</a:t>
            </a:r>
            <a:r>
              <a:rPr sz="1150" spc="-4" dirty="0" smtClean="0">
                <a:latin typeface="Georgia"/>
                <a:cs typeface="Georgia"/>
              </a:rPr>
              <a:t>as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produce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e 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n f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4" dirty="0" smtClean="0">
                <a:latin typeface="Georgia"/>
                <a:cs typeface="Georgia"/>
              </a:rPr>
              <a:t>w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9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 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3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nly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have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upply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newab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w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 for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gy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indu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 productio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kee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-14" dirty="0" smtClean="0">
                <a:latin typeface="Georgia"/>
                <a:cs typeface="Georgia"/>
              </a:rPr>
              <a:t>r</a:t>
            </a:r>
            <a:r>
              <a:rPr sz="1150" spc="25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sa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hig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- qu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ity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food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ord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ble pr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 und</a:t>
            </a:r>
            <a:r>
              <a:rPr sz="1150" spc="-4" dirty="0" smtClean="0">
                <a:latin typeface="Georgia"/>
                <a:cs typeface="Georgia"/>
              </a:rPr>
              <a:t>erl</a:t>
            </a:r>
            <a:r>
              <a:rPr sz="1150" spc="0" dirty="0" smtClean="0">
                <a:latin typeface="Georgia"/>
                <a:cs typeface="Georgia"/>
              </a:rPr>
              <a:t>ined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this new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1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rke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ing,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it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off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new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arke</a:t>
            </a:r>
            <a:r>
              <a:rPr sz="1150" spc="0" dirty="0" smtClean="0">
                <a:latin typeface="Georgia"/>
                <a:cs typeface="Georgia"/>
              </a:rPr>
              <a:t>ts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niti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ers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tiv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bene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10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om</a:t>
            </a:r>
            <a:r>
              <a:rPr sz="1150" spc="1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ns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14" dirty="0" smtClean="0">
                <a:latin typeface="Georgia"/>
                <a:cs typeface="Georgia"/>
              </a:rPr>
              <a:t>c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 for</a:t>
            </a:r>
            <a:r>
              <a:rPr sz="1150" spc="19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20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9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9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sam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9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tim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20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9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ole</a:t>
            </a:r>
            <a:r>
              <a:rPr sz="1150" spc="19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20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Eu</a:t>
            </a:r>
            <a:r>
              <a:rPr sz="1150" spc="-19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20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9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9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20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ive</a:t>
            </a:r>
            <a:r>
              <a:rPr sz="1150" spc="19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ic f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sa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gu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9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25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rk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. 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c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ic</a:t>
            </a:r>
            <a:r>
              <a:rPr sz="1150" spc="-1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  in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-9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in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with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y-production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esse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ak</a:t>
            </a:r>
            <a:r>
              <a:rPr sz="1150" spc="0" dirty="0" smtClean="0">
                <a:latin typeface="Georgia"/>
                <a:cs typeface="Georgia"/>
              </a:rPr>
              <a:t>e the 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9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ort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nity for 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ure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food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25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qu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y,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cc</a:t>
            </a:r>
            <a:r>
              <a:rPr sz="1150" spc="0" dirty="0" smtClean="0">
                <a:latin typeface="Georgia"/>
                <a:cs typeface="Georgia"/>
              </a:rPr>
              <a:t>ord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-14" dirty="0" smtClean="0">
                <a:latin typeface="Georgia"/>
                <a:cs typeface="Georgia"/>
              </a:rPr>
              <a:t>r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vi</a:t>
            </a:r>
            <a:r>
              <a:rPr sz="1150" spc="25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prod</a:t>
            </a:r>
            <a:r>
              <a:rPr sz="1150" spc="-14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tivity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gy,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wat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-prot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prod</a:t>
            </a:r>
            <a:r>
              <a:rPr sz="1150" spc="-14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ts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ti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ac</a:t>
            </a:r>
            <a:r>
              <a:rPr sz="1150" spc="0" dirty="0" smtClean="0">
                <a:latin typeface="Georgia"/>
                <a:cs typeface="Georgia"/>
              </a:rPr>
              <a:t>hi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 gr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nted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cc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dg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t,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in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rea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ingly 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ive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tt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de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5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-4" dirty="0" smtClean="0">
                <a:latin typeface="Georgia"/>
                <a:cs typeface="Georgia"/>
              </a:rPr>
              <a:t>res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ds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vat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growi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pt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-1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w 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ologi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odi</a:t>
            </a:r>
            <a:r>
              <a:rPr sz="1150" spc="-1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is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nity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ost in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va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 y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ars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  <a:p>
            <a:pPr marL="12700" marR="3594" algn="just">
              <a:lnSpc>
                <a:spcPct val="94685"/>
              </a:lnSpc>
            </a:pPr>
            <a:r>
              <a:rPr sz="1150" spc="0" dirty="0" smtClean="0">
                <a:latin typeface="Georgia"/>
                <a:cs typeface="Georgia"/>
              </a:rPr>
              <a:t>Mr D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vide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ggi,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0" dirty="0" smtClean="0">
                <a:latin typeface="Georgia"/>
                <a:cs typeface="Georgia"/>
              </a:rPr>
              <a:t>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na</a:t>
            </a:r>
            <a:r>
              <a:rPr sz="1150" spc="4" dirty="0" smtClean="0">
                <a:latin typeface="Georgia"/>
                <a:cs typeface="Georgia"/>
              </a:rPr>
              <a:t> U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ers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4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ese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25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as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dy on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di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nt 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-wa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ibing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as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gas pl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nt,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arl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ex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ined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f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rs</a:t>
            </a:r>
            <a:r>
              <a:rPr sz="1150" spc="0" dirty="0" smtClean="0">
                <a:latin typeface="Georgia"/>
                <a:cs typeface="Georgia"/>
              </a:rPr>
              <a:t>: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we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3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this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-4" dirty="0" smtClean="0">
                <a:latin typeface="Georgia"/>
                <a:cs typeface="Georgia"/>
              </a:rPr>
              <a:t>rea</a:t>
            </a:r>
            <a:r>
              <a:rPr sz="1150" spc="0" dirty="0" smtClean="0">
                <a:latin typeface="Georgia"/>
                <a:cs typeface="Georgia"/>
              </a:rPr>
              <a:t>te in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</a:t>
            </a:r>
            <a:r>
              <a:rPr sz="1150" spc="4" dirty="0" smtClean="0">
                <a:latin typeface="Georgia"/>
                <a:cs typeface="Georgia"/>
              </a:rPr>
              <a:t>ve</a:t>
            </a:r>
            <a:r>
              <a:rPr sz="1150" spc="0" dirty="0" smtClean="0">
                <a:latin typeface="Georgia"/>
                <a:cs typeface="Georgia"/>
              </a:rPr>
              <a:t>s for 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publ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lar</a:t>
            </a:r>
            <a:r>
              <a:rPr sz="1150" spc="0" dirty="0" smtClean="0">
                <a:latin typeface="Georgia"/>
                <a:cs typeface="Georgia"/>
              </a:rPr>
              <a:t>ge,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dvant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resear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19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pro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1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nts in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-9" dirty="0" smtClean="0">
                <a:latin typeface="Georgia"/>
                <a:cs typeface="Georgia"/>
              </a:rPr>
              <a:t>i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dd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tion,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ex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ined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ycle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d: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am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le</a:t>
            </a:r>
            <a:r>
              <a:rPr sz="1150" spc="0" dirty="0" smtClean="0">
                <a:latin typeface="Georgia"/>
                <a:cs typeface="Georgia"/>
              </a:rPr>
              <a:t>gal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k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24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24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ns</a:t>
            </a:r>
            <a:r>
              <a:rPr sz="1150" spc="-4" dirty="0" smtClean="0">
                <a:latin typeface="Georgia"/>
                <a:cs typeface="Georgia"/>
              </a:rPr>
              <a:t>ure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24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25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242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w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24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proj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247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24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ycl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25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252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ot</a:t>
            </a:r>
            <a:r>
              <a:rPr sz="1150" spc="252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nly</a:t>
            </a:r>
            <a:r>
              <a:rPr sz="1150" spc="24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252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24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24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25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1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. </a:t>
            </a: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ina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ggi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ex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ined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 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ex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2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-4" dirty="0" smtClean="0">
                <a:latin typeface="Georgia"/>
                <a:cs typeface="Georgia"/>
              </a:rPr>
              <a:t>rea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our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gio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s by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-4" dirty="0" smtClean="0">
                <a:latin typeface="Georgia"/>
                <a:cs typeface="Georgia"/>
              </a:rPr>
              <a:t>ak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dge 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s t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rre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other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urs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exa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ple by 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0" dirty="0" smtClean="0">
                <a:latin typeface="Georgia"/>
                <a:cs typeface="Georgia"/>
              </a:rPr>
              <a:t>id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ng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rke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mo</a:t>
            </a:r>
            <a:r>
              <a:rPr sz="1150" spc="4" dirty="0" smtClean="0">
                <a:latin typeface="Georgia"/>
                <a:cs typeface="Georgia"/>
              </a:rPr>
              <a:t>b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4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  <a:p>
            <a:pPr marL="12700" marR="3589" algn="just">
              <a:lnSpc>
                <a:spcPct val="94591"/>
              </a:lnSpc>
            </a:pP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4" dirty="0" smtClean="0">
                <a:latin typeface="Georgia"/>
                <a:cs typeface="Georgia"/>
              </a:rPr>
              <a:t> P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4" dirty="0" smtClean="0">
                <a:latin typeface="Georgia"/>
                <a:cs typeface="Georgia"/>
              </a:rPr>
              <a:t>Olar</a:t>
            </a:r>
            <a:r>
              <a:rPr sz="1150" spc="0" dirty="0" smtClean="0">
                <a:latin typeface="Georgia"/>
                <a:cs typeface="Georgia"/>
              </a:rPr>
              <a:t>iu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Res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her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bl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ux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groBi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Te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-9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ort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ow new 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ologi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ese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14" dirty="0" smtClean="0">
                <a:latin typeface="Georgia"/>
                <a:cs typeface="Georgia"/>
              </a:rPr>
              <a:t>m</a:t>
            </a:r>
            <a:r>
              <a:rPr sz="1150" spc="-9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ort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-9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informat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b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tices within 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unit</a:t>
            </a:r>
            <a:r>
              <a:rPr sz="1150" spc="-19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Howeve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nly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 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new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younger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-1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w.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hus it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ore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9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be 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ble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 young peop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into f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ing and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fe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tiv</a:t>
            </a:r>
            <a:r>
              <a:rPr sz="1150" spc="-4" dirty="0" smtClean="0">
                <a:latin typeface="Georgia"/>
                <a:cs typeface="Georgia"/>
              </a:rPr>
              <a:t>el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tions.</a:t>
            </a:r>
            <a:endParaRPr sz="1150">
              <a:latin typeface="Georgia"/>
              <a:cs typeface="Georgia"/>
            </a:endParaRPr>
          </a:p>
          <a:p>
            <a:pPr marL="12700" marR="1394" algn="just">
              <a:lnSpc>
                <a:spcPct val="94780"/>
              </a:lnSpc>
              <a:spcBef>
                <a:spcPts val="5"/>
              </a:spcBef>
            </a:pP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Lor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nz</a:t>
            </a:r>
            <a:r>
              <a:rPr sz="1150" spc="4" dirty="0" smtClean="0">
                <a:latin typeface="Georgia"/>
                <a:cs typeface="Georgia"/>
              </a:rPr>
              <a:t> K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k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ord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nator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-gr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oject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 </a:t>
            </a:r>
            <a:r>
              <a:rPr sz="1150" spc="-4" dirty="0" smtClean="0">
                <a:latin typeface="Georgia"/>
                <a:cs typeface="Georgia"/>
              </a:rPr>
              <a:t>ex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ined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 all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tivit</a:t>
            </a:r>
            <a:r>
              <a:rPr sz="1150" spc="-4" dirty="0" smtClean="0">
                <a:latin typeface="Georgia"/>
                <a:cs typeface="Georgia"/>
              </a:rPr>
              <a:t>ie</a:t>
            </a:r>
            <a:r>
              <a:rPr sz="1150" spc="0" dirty="0" smtClean="0">
                <a:latin typeface="Georgia"/>
                <a:cs typeface="Georgia"/>
              </a:rPr>
              <a:t>s we</a:t>
            </a:r>
            <a:r>
              <a:rPr sz="1150" spc="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pecia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we</a:t>
            </a:r>
            <a:r>
              <a:rPr sz="1150" spc="1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2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rea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d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y prod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s in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dge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p,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ac</a:t>
            </a:r>
            <a:r>
              <a:rPr sz="1150" spc="0" dirty="0" smtClean="0">
                <a:latin typeface="Georgia"/>
                <a:cs typeface="Georgia"/>
              </a:rPr>
              <a:t>hi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ugh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co</a:t>
            </a:r>
            <a:r>
              <a:rPr sz="1150" spc="0" dirty="0" smtClean="0">
                <a:latin typeface="Georgia"/>
                <a:cs typeface="Georgia"/>
              </a:rPr>
              <a:t>- 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era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betw</a:t>
            </a:r>
            <a:r>
              <a:rPr sz="1150" spc="-4" dirty="0" smtClean="0">
                <a:latin typeface="Georgia"/>
                <a:cs typeface="Georgia"/>
              </a:rPr>
              <a:t>ee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s to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-4" dirty="0" smtClean="0">
                <a:latin typeface="Georgia"/>
                <a:cs typeface="Georgia"/>
              </a:rPr>
              <a:t>ak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 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l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igned on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-4" dirty="0" smtClean="0">
                <a:latin typeface="Georgia"/>
                <a:cs typeface="Georgia"/>
              </a:rPr>
              <a:t>sa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e t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ge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Howeve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,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though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this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nec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nt.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high </a:t>
            </a:r>
            <a:r>
              <a:rPr sz="1150" spc="-4" dirty="0" smtClean="0">
                <a:latin typeface="Georgia"/>
                <a:cs typeface="Georgia"/>
              </a:rPr>
              <a:t>le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pt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4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 in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tive 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proj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his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ex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vit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other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ake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9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 in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d</a:t>
            </a:r>
            <a:r>
              <a:rPr sz="1150" spc="0" dirty="0" smtClean="0">
                <a:latin typeface="Georgia"/>
                <a:cs typeface="Georgia"/>
              </a:rPr>
              <a:t>ing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mm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4" dirty="0" smtClean="0">
                <a:latin typeface="Georgia"/>
                <a:cs typeface="Georgia"/>
              </a:rPr>
              <a:t>ie</a:t>
            </a:r>
            <a:r>
              <a:rPr sz="1150" spc="0" dirty="0" smtClean="0">
                <a:latin typeface="Georgia"/>
                <a:cs typeface="Georgia"/>
              </a:rPr>
              <a:t>s –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4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ll</a:t>
            </a:r>
            <a:r>
              <a:rPr sz="1150" spc="0" dirty="0" smtClean="0">
                <a:latin typeface="Georgia"/>
                <a:cs typeface="Georgia"/>
              </a:rPr>
              <a:t>y inform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in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0" dirty="0" smtClean="0">
                <a:latin typeface="Georgia"/>
                <a:cs typeface="Georgia"/>
              </a:rPr>
              <a:t>olved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 the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oject.</a:t>
            </a:r>
            <a:endParaRPr sz="1150">
              <a:latin typeface="Georgia"/>
              <a:cs typeface="Georgia"/>
            </a:endParaRPr>
          </a:p>
          <a:p>
            <a:pPr marL="12700" marR="8127" algn="just">
              <a:lnSpc>
                <a:spcPts val="1295"/>
              </a:lnSpc>
              <a:spcBef>
                <a:spcPts val="64"/>
              </a:spcBef>
            </a:pPr>
            <a:r>
              <a:rPr sz="1150" spc="0" dirty="0" smtClean="0">
                <a:latin typeface="Georgia"/>
                <a:cs typeface="Georgia"/>
              </a:rPr>
              <a:t>Mr 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ice 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3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 </a:t>
            </a:r>
            <a:r>
              <a:rPr sz="1150" spc="5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0" dirty="0" smtClean="0">
                <a:latin typeface="Georgia"/>
                <a:cs typeface="Georgia"/>
              </a:rPr>
              <a:t>or </a:t>
            </a:r>
            <a:r>
              <a:rPr sz="1150" spc="4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3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-4" dirty="0" smtClean="0">
                <a:latin typeface="Georgia"/>
                <a:cs typeface="Georgia"/>
              </a:rPr>
              <a:t>vers</a:t>
            </a:r>
            <a:r>
              <a:rPr sz="1150" spc="0" dirty="0" smtClean="0">
                <a:latin typeface="Georgia"/>
                <a:cs typeface="Georgia"/>
              </a:rPr>
              <a:t>ity 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ol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ge </a:t>
            </a:r>
            <a:r>
              <a:rPr sz="1150" spc="3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Dub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in 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 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ut 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endParaRPr sz="1150">
              <a:latin typeface="Georgia"/>
              <a:cs typeface="Georgia"/>
            </a:endParaRPr>
          </a:p>
          <a:p>
            <a:pPr marL="12700" marR="9016" algn="just">
              <a:lnSpc>
                <a:spcPct val="94780"/>
              </a:lnSpc>
            </a:pP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2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gi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0" dirty="0" smtClean="0">
                <a:latin typeface="Georgia"/>
                <a:cs typeface="Georgia"/>
              </a:rPr>
              <a:t>ing  </a:t>
            </a:r>
            <a:r>
              <a:rPr sz="1150" spc="-9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2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produce</a:t>
            </a:r>
            <a:r>
              <a:rPr sz="1150" spc="-9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ec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all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2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ing 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unit</a:t>
            </a:r>
            <a:r>
              <a:rPr sz="1150" spc="-4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, 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cc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</a:t>
            </a:r>
            <a:r>
              <a:rPr sz="1150" spc="-4" dirty="0" smtClean="0">
                <a:latin typeface="Georgia"/>
                <a:cs typeface="Georgia"/>
              </a:rPr>
              <a:t>rele</a:t>
            </a:r>
            <a:r>
              <a:rPr sz="1150" spc="0" dirty="0" smtClean="0">
                <a:latin typeface="Georgia"/>
                <a:cs typeface="Georgia"/>
              </a:rPr>
              <a:t>vant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informat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time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get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ou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 be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ved by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new 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ologi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ore</a:t>
            </a:r>
            <a:r>
              <a:rPr sz="1150" spc="-4" dirty="0" smtClean="0">
                <a:latin typeface="Georgia"/>
                <a:cs typeface="Georgia"/>
              </a:rPr>
              <a:t> 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ici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 at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ese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,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 se</a:t>
            </a:r>
            <a:r>
              <a:rPr sz="1150" spc="0" dirty="0" smtClean="0">
                <a:latin typeface="Georgia"/>
                <a:cs typeface="Georgia"/>
              </a:rPr>
              <a:t>nsor t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ologi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or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inf</a:t>
            </a:r>
            <a:r>
              <a:rPr sz="1150" spc="9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endParaRPr sz="1150">
              <a:latin typeface="Georgia"/>
              <a:cs typeface="Georgia"/>
            </a:endParaRPr>
          </a:p>
          <a:p>
            <a:pPr marR="28233" algn="r">
              <a:lnSpc>
                <a:spcPct val="101725"/>
              </a:lnSpc>
              <a:spcBef>
                <a:spcPts val="390"/>
              </a:spcBef>
            </a:pPr>
            <a:r>
              <a:rPr sz="1100" spc="0" dirty="0" smtClean="0"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485775" y="612140"/>
            <a:ext cx="6396990" cy="705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74216" y="1655607"/>
            <a:ext cx="5871524" cy="233006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28" algn="just">
              <a:lnSpc>
                <a:spcPts val="1280"/>
              </a:lnSpc>
              <a:spcBef>
                <a:spcPts val="64"/>
              </a:spcBef>
            </a:pPr>
            <a:r>
              <a:rPr sz="1150" spc="-4" dirty="0" smtClean="0">
                <a:latin typeface="Georgia"/>
                <a:cs typeface="Georgia"/>
              </a:rPr>
              <a:t>alr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dy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vai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3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web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39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3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oil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exa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3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Als</a:t>
            </a:r>
            <a:r>
              <a:rPr sz="1150" spc="0" dirty="0" smtClean="0">
                <a:latin typeface="Georgia"/>
                <a:cs typeface="Georgia"/>
              </a:rPr>
              <a:t>o,</a:t>
            </a:r>
            <a:r>
              <a:rPr sz="1150" spc="3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ic</a:t>
            </a:r>
            <a:endParaRPr sz="1150">
              <a:latin typeface="Georgia"/>
              <a:cs typeface="Georgia"/>
            </a:endParaRPr>
          </a:p>
          <a:p>
            <a:pPr marL="12700" marR="2249" algn="just">
              <a:lnSpc>
                <a:spcPct val="94780"/>
              </a:lnSpc>
            </a:pP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inab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ity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ost  of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in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d, 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  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xa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ple 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p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9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y produce</a:t>
            </a:r>
            <a:r>
              <a:rPr sz="1150" spc="-9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 s</a:t>
            </a:r>
            <a:r>
              <a:rPr sz="1150" spc="0" dirty="0" smtClean="0">
                <a:latin typeface="Georgia"/>
                <a:cs typeface="Georgia"/>
              </a:rPr>
              <a:t>ound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  <a:p>
            <a:pPr marL="12700" marR="2188" algn="just">
              <a:lnSpc>
                <a:spcPct val="94780"/>
              </a:lnSpc>
            </a:pPr>
            <a:r>
              <a:rPr sz="1150" spc="0" dirty="0" smtClean="0">
                <a:latin typeface="Georgia"/>
                <a:cs typeface="Georgia"/>
              </a:rPr>
              <a:t>Du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nal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bat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topic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 di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1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ion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was 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f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y produce</a:t>
            </a:r>
            <a:r>
              <a:rPr sz="1150" spc="-9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s wi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nter 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k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t.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pan</a:t>
            </a:r>
            <a:r>
              <a:rPr sz="1150" spc="-4" dirty="0" smtClean="0">
                <a:latin typeface="Georgia"/>
                <a:cs typeface="Georgia"/>
              </a:rPr>
              <a:t>ell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ts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9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y productio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, 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pecia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ing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unit</a:t>
            </a:r>
            <a:r>
              <a:rPr sz="1150" spc="-4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-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 a</a:t>
            </a:r>
            <a:r>
              <a:rPr sz="1150" spc="-4" dirty="0" smtClean="0">
                <a:latin typeface="Georgia"/>
                <a:cs typeface="Georgia"/>
              </a:rPr>
              <a:t> 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tic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tor.</a:t>
            </a:r>
            <a:endParaRPr sz="1150">
              <a:latin typeface="Georgia"/>
              <a:cs typeface="Georgia"/>
            </a:endParaRPr>
          </a:p>
          <a:p>
            <a:pPr marL="12700" algn="just">
              <a:lnSpc>
                <a:spcPct val="94307"/>
              </a:lnSpc>
              <a:spcBef>
                <a:spcPts val="5"/>
              </a:spcBef>
            </a:pPr>
            <a:r>
              <a:rPr sz="1150" spc="0" dirty="0" smtClean="0">
                <a:latin typeface="Georgia"/>
                <a:cs typeface="Georgia"/>
              </a:rPr>
              <a:t>More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ore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people 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beco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with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having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ex</a:t>
            </a:r>
            <a:r>
              <a:rPr sz="1150" spc="-9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tor, bringing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</a:t>
            </a:r>
            <a:r>
              <a:rPr sz="1150" spc="-4" dirty="0" smtClean="0">
                <a:latin typeface="Georgia"/>
                <a:cs typeface="Georgia"/>
              </a:rPr>
              <a:t>ll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ak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up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tions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9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or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pending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vai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ble</a:t>
            </a:r>
            <a:r>
              <a:rPr sz="1150" spc="5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ume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1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we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nter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oth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arke</a:t>
            </a:r>
            <a:r>
              <a:rPr sz="1150" spc="0" dirty="0" smtClean="0">
                <a:latin typeface="Georgia"/>
                <a:cs typeface="Georgia"/>
              </a:rPr>
              <a:t>ts</a:t>
            </a:r>
            <a:r>
              <a:rPr sz="1150" spc="8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d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endParaRPr sz="1150">
              <a:latin typeface="Georgia"/>
              <a:cs typeface="Georgia"/>
            </a:endParaRPr>
          </a:p>
          <a:p>
            <a:pPr marL="12700" marR="1652" algn="just">
              <a:lnSpc>
                <a:spcPct val="94875"/>
              </a:lnSpc>
            </a:pP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 profi</a:t>
            </a:r>
            <a:r>
              <a:rPr sz="1150" spc="-4" dirty="0" smtClean="0">
                <a:latin typeface="Georgia"/>
                <a:cs typeface="Georgia"/>
              </a:rPr>
              <a:t>ta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y.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1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this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r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dg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the 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lr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dy a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ity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oss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va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ue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ns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 has</a:t>
            </a:r>
            <a:r>
              <a:rPr sz="1150" spc="4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5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ole</a:t>
            </a:r>
            <a:r>
              <a:rPr sz="1150" spc="5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5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its</a:t>
            </a:r>
            <a:r>
              <a:rPr sz="1150" spc="5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54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nt.</a:t>
            </a:r>
            <a:r>
              <a:rPr sz="1150" spc="5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5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this</a:t>
            </a:r>
            <a:r>
              <a:rPr sz="1150" spc="5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res</a:t>
            </a:r>
            <a:r>
              <a:rPr sz="1150" spc="0" dirty="0" smtClean="0">
                <a:latin typeface="Georgia"/>
                <a:cs typeface="Georgia"/>
              </a:rPr>
              <a:t>pect,</a:t>
            </a:r>
            <a:r>
              <a:rPr sz="1150" spc="5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5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5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39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5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production is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nc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ned,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ex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ined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1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uppo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ot</a:t>
            </a:r>
            <a:r>
              <a:rPr sz="1150" spc="1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1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z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endParaRPr sz="1150">
              <a:latin typeface="Georgia"/>
              <a:cs typeface="Georgia"/>
            </a:endParaRPr>
          </a:p>
          <a:p>
            <a:pPr marL="12700" marR="1272673" algn="just">
              <a:lnSpc>
                <a:spcPts val="1305"/>
              </a:lnSpc>
              <a:spcBef>
                <a:spcPts val="65"/>
              </a:spcBef>
            </a:pPr>
            <a:r>
              <a:rPr sz="1150" spc="4" dirty="0" smtClean="0">
                <a:latin typeface="Georgia"/>
                <a:cs typeface="Georgia"/>
              </a:rPr>
              <a:t>2</a:t>
            </a:r>
            <a:r>
              <a:rPr sz="1150" spc="0" dirty="0" smtClean="0">
                <a:latin typeface="Georgia"/>
                <a:cs typeface="Georgia"/>
              </a:rPr>
              <a:t>0</a:t>
            </a:r>
            <a:r>
              <a:rPr sz="1150" spc="4" dirty="0" smtClean="0">
                <a:latin typeface="Georgia"/>
                <a:cs typeface="Georgia"/>
              </a:rPr>
              <a:t>2</a:t>
            </a:r>
            <a:r>
              <a:rPr sz="1150" spc="0" dirty="0" smtClean="0">
                <a:latin typeface="Georgia"/>
                <a:cs typeface="Georgia"/>
              </a:rPr>
              <a:t>0,</a:t>
            </a:r>
            <a:r>
              <a:rPr sz="1150" spc="-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but </a:t>
            </a:r>
            <a:r>
              <a:rPr sz="1150" spc="-4" dirty="0" smtClean="0">
                <a:latin typeface="Georgia"/>
                <a:cs typeface="Georgia"/>
              </a:rPr>
              <a:t>als</a:t>
            </a:r>
            <a:r>
              <a:rPr sz="1150" spc="0" dirty="0" smtClean="0">
                <a:latin typeface="Georgia"/>
                <a:cs typeface="Georgia"/>
              </a:rPr>
              <a:t>o </a:t>
            </a:r>
            <a:r>
              <a:rPr sz="1150" spc="4" dirty="0" smtClean="0">
                <a:latin typeface="Georgia"/>
                <a:cs typeface="Georgia"/>
              </a:rPr>
              <a:t>b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os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 f</a:t>
            </a:r>
            <a:r>
              <a:rPr sz="1150" spc="0" dirty="0" smtClean="0">
                <a:latin typeface="Georgia"/>
                <a:cs typeface="Georgia"/>
              </a:rPr>
              <a:t>or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new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ura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icy.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4216" y="4222404"/>
            <a:ext cx="4311574" cy="171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80"/>
              </a:lnSpc>
              <a:spcBef>
                <a:spcPts val="64"/>
              </a:spcBef>
            </a:pPr>
            <a:r>
              <a:rPr sz="1150" b="1" u="sng" spc="-4" dirty="0" smtClean="0">
                <a:latin typeface="Georgia"/>
                <a:cs typeface="Georgia"/>
              </a:rPr>
              <a:t>S</a:t>
            </a:r>
            <a:r>
              <a:rPr sz="1150" b="1" u="sng" spc="0" dirty="0" smtClean="0">
                <a:latin typeface="Georgia"/>
                <a:cs typeface="Georgia"/>
              </a:rPr>
              <a:t>es</a:t>
            </a:r>
            <a:r>
              <a:rPr sz="1150" b="1" u="sng" spc="-4" dirty="0" smtClean="0">
                <a:latin typeface="Georgia"/>
                <a:cs typeface="Georgia"/>
              </a:rPr>
              <a:t>s</a:t>
            </a:r>
            <a:r>
              <a:rPr sz="1150" b="1" u="sng" spc="0" dirty="0" smtClean="0">
                <a:latin typeface="Georgia"/>
                <a:cs typeface="Georgia"/>
              </a:rPr>
              <a:t>ion</a:t>
            </a:r>
            <a:r>
              <a:rPr sz="1150" b="1" u="sng" spc="-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5 -</a:t>
            </a:r>
            <a:r>
              <a:rPr sz="1150" b="1" u="sng" spc="-9" dirty="0" smtClean="0">
                <a:latin typeface="Georgia"/>
                <a:cs typeface="Georgia"/>
              </a:rPr>
              <a:t> </a:t>
            </a:r>
            <a:r>
              <a:rPr sz="1150" b="1" u="sng" spc="4" dirty="0" smtClean="0">
                <a:latin typeface="Georgia"/>
                <a:cs typeface="Georgia"/>
              </a:rPr>
              <a:t>H</a:t>
            </a:r>
            <a:r>
              <a:rPr sz="1150" b="1" u="sng" spc="0" dirty="0" smtClean="0">
                <a:latin typeface="Georgia"/>
                <a:cs typeface="Georgia"/>
              </a:rPr>
              <a:t>ow</a:t>
            </a:r>
            <a:r>
              <a:rPr sz="1150" b="1" u="sng" spc="-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to</a:t>
            </a:r>
            <a:r>
              <a:rPr sz="1150" b="1" u="sng" spc="-4" dirty="0" smtClean="0">
                <a:latin typeface="Georgia"/>
                <a:cs typeface="Georgia"/>
              </a:rPr>
              <a:t> </a:t>
            </a:r>
            <a:r>
              <a:rPr sz="1150" b="1" u="sng" spc="9" dirty="0" smtClean="0">
                <a:latin typeface="Georgia"/>
                <a:cs typeface="Georgia"/>
              </a:rPr>
              <a:t>i</a:t>
            </a:r>
            <a:r>
              <a:rPr sz="1150" b="1" u="sng" spc="4" dirty="0" smtClean="0">
                <a:latin typeface="Georgia"/>
                <a:cs typeface="Georgia"/>
              </a:rPr>
              <a:t>m</a:t>
            </a:r>
            <a:r>
              <a:rPr sz="1150" b="1" u="sng" spc="0" dirty="0" smtClean="0">
                <a:latin typeface="Georgia"/>
                <a:cs typeface="Georgia"/>
              </a:rPr>
              <a:t>pro</a:t>
            </a:r>
            <a:r>
              <a:rPr sz="1150" b="1" u="sng" spc="-4" dirty="0" smtClean="0">
                <a:latin typeface="Georgia"/>
                <a:cs typeface="Georgia"/>
              </a:rPr>
              <a:t>v</a:t>
            </a:r>
            <a:r>
              <a:rPr sz="1150" b="1" u="sng" spc="0" dirty="0" smtClean="0">
                <a:latin typeface="Georgia"/>
                <a:cs typeface="Georgia"/>
              </a:rPr>
              <a:t>e</a:t>
            </a:r>
            <a:r>
              <a:rPr sz="1150" b="1" u="sng" spc="-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ac</a:t>
            </a:r>
            <a:r>
              <a:rPr sz="1150" b="1" u="sng" spc="-4" dirty="0" smtClean="0">
                <a:latin typeface="Georgia"/>
                <a:cs typeface="Georgia"/>
              </a:rPr>
              <a:t>a</a:t>
            </a:r>
            <a:r>
              <a:rPr sz="1150" b="1" u="sng" spc="4" dirty="0" smtClean="0">
                <a:latin typeface="Georgia"/>
                <a:cs typeface="Georgia"/>
              </a:rPr>
              <a:t>d</a:t>
            </a:r>
            <a:r>
              <a:rPr sz="1150" b="1" u="sng" spc="-9" dirty="0" smtClean="0">
                <a:latin typeface="Georgia"/>
                <a:cs typeface="Georgia"/>
              </a:rPr>
              <a:t>e</a:t>
            </a:r>
            <a:r>
              <a:rPr sz="1150" b="1" u="sng" spc="4" dirty="0" smtClean="0">
                <a:latin typeface="Georgia"/>
                <a:cs typeface="Georgia"/>
              </a:rPr>
              <a:t>m</a:t>
            </a:r>
            <a:r>
              <a:rPr sz="1150" b="1" u="sng" spc="0" dirty="0" smtClean="0">
                <a:latin typeface="Georgia"/>
                <a:cs typeface="Georgia"/>
              </a:rPr>
              <a:t>ia</a:t>
            </a:r>
            <a:r>
              <a:rPr sz="1150" b="1" u="sng" spc="-4" dirty="0" smtClean="0">
                <a:latin typeface="Georgia"/>
                <a:cs typeface="Georgia"/>
              </a:rPr>
              <a:t>/</a:t>
            </a:r>
            <a:r>
              <a:rPr sz="1150" b="1" u="sng" spc="0" dirty="0" smtClean="0">
                <a:latin typeface="Georgia"/>
                <a:cs typeface="Georgia"/>
              </a:rPr>
              <a:t>industry</a:t>
            </a:r>
            <a:r>
              <a:rPr sz="1150" b="1" u="sng" spc="-4" dirty="0" smtClean="0">
                <a:latin typeface="Georgia"/>
                <a:cs typeface="Georgia"/>
              </a:rPr>
              <a:t> </a:t>
            </a:r>
            <a:r>
              <a:rPr sz="1150" b="1" u="sng" spc="4" dirty="0" smtClean="0">
                <a:latin typeface="Georgia"/>
                <a:cs typeface="Georgia"/>
              </a:rPr>
              <a:t>d</a:t>
            </a:r>
            <a:r>
              <a:rPr sz="1150" b="1" u="sng" spc="0" dirty="0" smtClean="0">
                <a:latin typeface="Georgia"/>
                <a:cs typeface="Georgia"/>
              </a:rPr>
              <a:t>ialo</a:t>
            </a:r>
            <a:r>
              <a:rPr sz="1150" b="1" u="sng" spc="-4" dirty="0" smtClean="0">
                <a:latin typeface="Georgia"/>
                <a:cs typeface="Georgia"/>
              </a:rPr>
              <a:t>g</a:t>
            </a:r>
            <a:r>
              <a:rPr sz="1150" b="1" u="sng" spc="0" dirty="0" smtClean="0">
                <a:latin typeface="Georgia"/>
                <a:cs typeface="Georgia"/>
              </a:rPr>
              <a:t>ue?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4216" y="4464720"/>
            <a:ext cx="5870667" cy="49835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926" algn="just">
              <a:lnSpc>
                <a:spcPts val="1280"/>
              </a:lnSpc>
              <a:spcBef>
                <a:spcPts val="64"/>
              </a:spcBef>
            </a:pP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his</a:t>
            </a:r>
            <a:r>
              <a:rPr sz="1150" spc="13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ion</a:t>
            </a:r>
            <a:r>
              <a:rPr sz="1150" spc="14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was</a:t>
            </a:r>
            <a:r>
              <a:rPr sz="1150" spc="13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ned</a:t>
            </a:r>
            <a:r>
              <a:rPr sz="1150" spc="13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14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3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ir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4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15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-1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ti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4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4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14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4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dvi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or</a:t>
            </a:r>
            <a:r>
              <a:rPr sz="1150" spc="14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endParaRPr sz="1150">
              <a:latin typeface="Georgia"/>
              <a:cs typeface="Georgia"/>
            </a:endParaRPr>
          </a:p>
          <a:p>
            <a:pPr marL="12700" marR="5835" algn="just">
              <a:lnSpc>
                <a:spcPts val="1295"/>
              </a:lnSpc>
              <a:spcBef>
                <a:spcPts val="0"/>
              </a:spcBef>
            </a:pP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9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20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9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or</a:t>
            </a:r>
            <a:r>
              <a:rPr sz="1150" spc="-1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20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hine</a:t>
            </a:r>
            <a:r>
              <a:rPr sz="1150" spc="20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W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tpha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20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9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20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9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20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ara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tics</a:t>
            </a:r>
            <a:r>
              <a:rPr sz="1150" spc="19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20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endParaRPr sz="1150">
              <a:latin typeface="Georgia"/>
              <a:cs typeface="Georgia"/>
            </a:endParaRPr>
          </a:p>
          <a:p>
            <a:pPr marL="12700" marR="176" algn="just">
              <a:lnSpc>
                <a:spcPct val="94685"/>
              </a:lnSpc>
            </a:pP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hat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ged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us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ticu</a:t>
            </a:r>
            <a:r>
              <a:rPr sz="1150" spc="-4" dirty="0" smtClean="0">
                <a:latin typeface="Georgia"/>
                <a:cs typeface="Georgia"/>
              </a:rPr>
              <a:t>lar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ti-di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ip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ina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1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ure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 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dg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14" dirty="0" smtClean="0">
                <a:latin typeface="Georgia"/>
                <a:cs typeface="Georgia"/>
              </a:rPr>
              <a:t>-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ts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ue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ex</a:t>
            </a:r>
            <a:r>
              <a:rPr sz="1150" spc="0" dirty="0" smtClean="0">
                <a:latin typeface="Georgia"/>
                <a:cs typeface="Georgia"/>
              </a:rPr>
              <a:t>ploits 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it has a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ub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9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-pr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vate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dimen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gio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pecificiti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this f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k,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having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lle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 the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ba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uc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l bi</a:t>
            </a:r>
            <a:r>
              <a:rPr sz="1150" spc="29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9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 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 gave the </a:t>
            </a:r>
            <a:r>
              <a:rPr sz="1150" spc="9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r 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14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ti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J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quin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Hon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rar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ir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4" dirty="0" smtClean="0">
                <a:latin typeface="Georgia"/>
                <a:cs typeface="Georgia"/>
              </a:rPr>
              <a:t>ex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ive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mm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4" dirty="0" smtClean="0">
                <a:latin typeface="Georgia"/>
                <a:cs typeface="Georgia"/>
              </a:rPr>
              <a:t>te</a:t>
            </a:r>
            <a:r>
              <a:rPr sz="1150" spc="-1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, S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vay 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oup 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  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o 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 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ty 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indu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has  to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od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you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 gr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ua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ble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x</a:t>
            </a:r>
            <a:r>
              <a:rPr sz="1150" spc="0" dirty="0" smtClean="0">
                <a:latin typeface="Georgia"/>
                <a:cs typeface="Georgia"/>
              </a:rPr>
              <a:t>ity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19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oa</a:t>
            </a:r>
            <a:r>
              <a:rPr sz="1150" spc="-9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h.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ticu</a:t>
            </a:r>
            <a:r>
              <a:rPr sz="1150" spc="-4" dirty="0" smtClean="0">
                <a:latin typeface="Georgia"/>
                <a:cs typeface="Georgia"/>
              </a:rPr>
              <a:t>lar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 o</a:t>
            </a:r>
            <a:r>
              <a:rPr sz="1150" spc="4" dirty="0" smtClean="0">
                <a:latin typeface="Georgia"/>
                <a:cs typeface="Georgia"/>
              </a:rPr>
              <a:t>b</a:t>
            </a:r>
            <a:r>
              <a:rPr sz="1150" spc="-4" dirty="0" smtClean="0">
                <a:latin typeface="Georgia"/>
                <a:cs typeface="Georgia"/>
              </a:rPr>
              <a:t>ser</a:t>
            </a:r>
            <a:r>
              <a:rPr sz="1150" spc="0" dirty="0" smtClean="0">
                <a:latin typeface="Georgia"/>
                <a:cs typeface="Georgia"/>
              </a:rPr>
              <a:t>ved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young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ua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e oft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9" dirty="0" smtClean="0">
                <a:latin typeface="Georgia"/>
                <a:cs typeface="Georgia"/>
              </a:rPr>
              <a:t>d</a:t>
            </a:r>
            <a:r>
              <a:rPr sz="1150" spc="0" dirty="0" smtClean="0">
                <a:latin typeface="Georgia"/>
                <a:cs typeface="Georgia"/>
              </a:rPr>
              <a:t>uca</a:t>
            </a:r>
            <a:r>
              <a:rPr sz="1150" spc="-4" dirty="0" smtClean="0">
                <a:latin typeface="Georgia"/>
                <a:cs typeface="Georgia"/>
              </a:rPr>
              <a:t>te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0" dirty="0" smtClean="0">
                <a:latin typeface="Georgia"/>
                <a:cs typeface="Georgia"/>
              </a:rPr>
              <a:t>ore by </a:t>
            </a:r>
            <a:r>
              <a:rPr sz="1150" spc="-4" dirty="0" smtClean="0">
                <a:latin typeface="Georgia"/>
                <a:cs typeface="Georgia"/>
              </a:rPr>
              <a:t>ser</a:t>
            </a:r>
            <a:r>
              <a:rPr sz="1150" spc="0" dirty="0" smtClean="0">
                <a:latin typeface="Georgia"/>
                <a:cs typeface="Georgia"/>
              </a:rPr>
              <a:t>vi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indu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y.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om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ndu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pective,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1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e prop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nts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 be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gi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ity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unive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ity 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9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oa</a:t>
            </a:r>
            <a:r>
              <a:rPr sz="1150" spc="14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ir 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x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oss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nt f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ti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9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s ge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ting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acc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s 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progr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25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gen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ic t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with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ore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pecific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iel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dd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tion, 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9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prof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gi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 the 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nity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put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dge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sa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younger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gen</a:t>
            </a:r>
            <a:r>
              <a:rPr sz="1150" spc="-4" dirty="0" smtClean="0">
                <a:latin typeface="Georgia"/>
                <a:cs typeface="Georgia"/>
              </a:rPr>
              <a:t>era</a:t>
            </a:r>
            <a:r>
              <a:rPr sz="1150" spc="0" dirty="0" smtClean="0">
                <a:latin typeface="Georgia"/>
                <a:cs typeface="Georgia"/>
              </a:rPr>
              <a:t>tions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 thus</a:t>
            </a:r>
            <a:r>
              <a:rPr sz="1150" spc="-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ak</a:t>
            </a:r>
            <a:r>
              <a:rPr sz="1150" spc="0" dirty="0" smtClean="0">
                <a:latin typeface="Georgia"/>
                <a:cs typeface="Georgia"/>
              </a:rPr>
              <a:t>ing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4" dirty="0" smtClean="0">
                <a:latin typeface="Georgia"/>
                <a:cs typeface="Georgia"/>
              </a:rPr>
              <a:t>om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-4" dirty="0" smtClean="0">
                <a:latin typeface="Georgia"/>
                <a:cs typeface="Georgia"/>
              </a:rPr>
              <a:t>te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 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14" dirty="0" smtClean="0">
                <a:latin typeface="Georgia"/>
                <a:cs typeface="Georgia"/>
              </a:rPr>
              <a:t>w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9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ow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ost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when 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4" dirty="0" smtClean="0">
                <a:latin typeface="Georgia"/>
                <a:cs typeface="Georgia"/>
              </a:rPr>
              <a:t> re</a:t>
            </a:r>
            <a:r>
              <a:rPr sz="1150" spc="0" dirty="0" smtClean="0">
                <a:latin typeface="Georgia"/>
                <a:cs typeface="Georgia"/>
              </a:rPr>
              <a:t>ti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  <a:p>
            <a:pPr marL="12700" marR="1700" algn="just">
              <a:lnSpc>
                <a:spcPct val="94685"/>
              </a:lnSpc>
            </a:pPr>
            <a:r>
              <a:rPr sz="1150" spc="0" dirty="0" smtClean="0">
                <a:latin typeface="Georgia"/>
                <a:cs typeface="Georgia"/>
              </a:rPr>
              <a:t>Ms </a:t>
            </a:r>
            <a:r>
              <a:rPr sz="1150" spc="4" dirty="0" smtClean="0">
                <a:latin typeface="Georgia"/>
                <a:cs typeface="Georgia"/>
              </a:rPr>
              <a:t>K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ae</a:t>
            </a:r>
            <a:r>
              <a:rPr sz="1150" spc="0" dirty="0" smtClean="0">
                <a:latin typeface="Georgia"/>
                <a:cs typeface="Georgia"/>
              </a:rPr>
              <a:t>s –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-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4" dirty="0" smtClean="0">
                <a:latin typeface="Georgia"/>
                <a:cs typeface="Georgia"/>
              </a:rPr>
              <a:t> P</a:t>
            </a:r>
            <a:r>
              <a:rPr sz="1150" spc="0" dirty="0" smtClean="0">
                <a:latin typeface="Georgia"/>
                <a:cs typeface="Georgia"/>
              </a:rPr>
              <a:t>ol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ic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L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gue of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Res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rs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4" dirty="0" smtClean="0">
                <a:latin typeface="Georgia"/>
                <a:cs typeface="Georgia"/>
              </a:rPr>
              <a:t>ie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 </a:t>
            </a:r>
            <a:r>
              <a:rPr sz="1150" spc="-4" dirty="0" smtClean="0">
                <a:latin typeface="Georgia"/>
                <a:cs typeface="Georgia"/>
              </a:rPr>
              <a:t>als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sse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9" dirty="0" smtClean="0">
                <a:latin typeface="Georgia"/>
                <a:cs typeface="Georgia"/>
              </a:rPr>
              <a:t> f</a:t>
            </a:r>
            <a:r>
              <a:rPr sz="1150" spc="0" dirty="0" smtClean="0">
                <a:latin typeface="Georgia"/>
                <a:cs typeface="Georgia"/>
              </a:rPr>
              <a:t>un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tioni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 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19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my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nte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ip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ina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ity</a:t>
            </a:r>
            <a:r>
              <a:rPr sz="1150" spc="9" dirty="0" smtClean="0">
                <a:latin typeface="Georgia"/>
                <a:cs typeface="Georgia"/>
              </a:rPr>
              <a:t> i</a:t>
            </a:r>
            <a:r>
              <a:rPr sz="1150" spc="0" dirty="0" smtClean="0">
                <a:latin typeface="Georgia"/>
                <a:cs typeface="Georgia"/>
              </a:rPr>
              <a:t>s 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ju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nts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4" dirty="0" smtClean="0">
                <a:latin typeface="Georgia"/>
                <a:cs typeface="Georgia"/>
              </a:rPr>
              <a:t>rs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Howeve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he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la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d,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uch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int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ip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ina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ity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 be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bui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togeth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 with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indu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ord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 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ny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dge 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vat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on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rea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 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de 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el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vai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14" dirty="0" smtClean="0">
                <a:latin typeface="Georgia"/>
                <a:cs typeface="Georgia"/>
              </a:rPr>
              <a:t>b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e  to indu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y.</a:t>
            </a:r>
            <a:endParaRPr sz="1150">
              <a:latin typeface="Georgia"/>
              <a:cs typeface="Georgia"/>
            </a:endParaRPr>
          </a:p>
          <a:p>
            <a:pPr marL="12700" algn="just">
              <a:lnSpc>
                <a:spcPct val="94780"/>
              </a:lnSpc>
            </a:pP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k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Bio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Ba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Tra</a:t>
            </a:r>
            <a:r>
              <a:rPr sz="1150" spc="0" dirty="0" smtClean="0">
                <a:latin typeface="Georgia"/>
                <a:cs typeface="Georgia"/>
              </a:rPr>
              <a:t>ining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ntre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ll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his 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ining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ntre is 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rk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ose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ol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with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indu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3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ic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-4" dirty="0" smtClean="0">
                <a:latin typeface="Georgia"/>
                <a:cs typeface="Georgia"/>
              </a:rPr>
              <a:t>rs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nel 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era</a:t>
            </a:r>
            <a:r>
              <a:rPr sz="1150" spc="0" dirty="0" smtClean="0">
                <a:latin typeface="Georgia"/>
                <a:cs typeface="Georgia"/>
              </a:rPr>
              <a:t>te in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dd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tion,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ls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e 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 of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ba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int</a:t>
            </a:r>
            <a:r>
              <a:rPr sz="1150" spc="-4" dirty="0" smtClean="0">
                <a:latin typeface="Georgia"/>
                <a:cs typeface="Georgia"/>
              </a:rPr>
              <a:t>eres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younger gen</a:t>
            </a:r>
            <a:r>
              <a:rPr sz="1150" spc="-4" dirty="0" smtClean="0">
                <a:latin typeface="Georgia"/>
                <a:cs typeface="Georgia"/>
              </a:rPr>
              <a:t>era</a:t>
            </a:r>
            <a:r>
              <a:rPr sz="1150" spc="0" dirty="0" smtClean="0">
                <a:latin typeface="Georgia"/>
                <a:cs typeface="Georgia"/>
              </a:rPr>
              <a:t>tions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od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 other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ount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un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ploym</a:t>
            </a:r>
            <a:r>
              <a:rPr sz="1150" spc="-1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 higher,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m to 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k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 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  <a:p>
            <a:pPr marL="12700" marR="4215" algn="just">
              <a:lnSpc>
                <a:spcPts val="1295"/>
              </a:lnSpc>
              <a:spcBef>
                <a:spcPts val="64"/>
              </a:spcBef>
            </a:pP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ina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nu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é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z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res</a:t>
            </a:r>
            <a:r>
              <a:rPr sz="1150" spc="0" dirty="0" smtClean="0">
                <a:latin typeface="Georgia"/>
                <a:cs typeface="Georgia"/>
              </a:rPr>
              <a:t>id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val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ex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ined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rese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endParaRPr sz="1150">
              <a:latin typeface="Georgia"/>
              <a:cs typeface="Georgia"/>
            </a:endParaRPr>
          </a:p>
          <a:p>
            <a:pPr marL="12700" marR="200399" algn="just">
              <a:lnSpc>
                <a:spcPct val="94685"/>
              </a:lnSpc>
            </a:pP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with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can 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uc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4" dirty="0" smtClean="0">
                <a:latin typeface="Georgia"/>
                <a:cs typeface="Georgia"/>
              </a:rPr>
              <a:t>om</a:t>
            </a:r>
            <a:r>
              <a:rPr sz="1150" spc="0" dirty="0" smtClean="0">
                <a:latin typeface="Georgia"/>
                <a:cs typeface="Georgia"/>
              </a:rPr>
              <a:t>pani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.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 p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ticu</a:t>
            </a:r>
            <a:r>
              <a:rPr sz="1150" spc="-4" dirty="0" smtClean="0">
                <a:latin typeface="Georgia"/>
                <a:cs typeface="Georgia"/>
              </a:rPr>
              <a:t>la</a:t>
            </a:r>
            <a:r>
              <a:rPr sz="1150" spc="1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, he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835902" y="9592767"/>
            <a:ext cx="117493" cy="165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25"/>
              </a:lnSpc>
              <a:spcBef>
                <a:spcPts val="61"/>
              </a:spcBef>
            </a:pPr>
            <a:r>
              <a:rPr sz="1650" spc="0" baseline="2482" dirty="0" smtClean="0">
                <a:latin typeface="Calibri"/>
                <a:cs typeface="Calibri"/>
              </a:rPr>
              <a:t>6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485775" y="612140"/>
            <a:ext cx="6396990" cy="705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74216" y="1821723"/>
            <a:ext cx="5869392" cy="83616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572" algn="just">
              <a:lnSpc>
                <a:spcPts val="1280"/>
              </a:lnSpc>
              <a:spcBef>
                <a:spcPts val="64"/>
              </a:spcBef>
            </a:pP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ese</a:t>
            </a:r>
            <a:r>
              <a:rPr sz="1150" spc="0" dirty="0" smtClean="0">
                <a:latin typeface="Georgia"/>
                <a:cs typeface="Georgia"/>
              </a:rPr>
              <a:t>nted</a:t>
            </a:r>
            <a:r>
              <a:rPr sz="1150" spc="1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va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13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k</a:t>
            </a:r>
            <a:r>
              <a:rPr sz="1150" spc="13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9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1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os</a:t>
            </a:r>
            <a:r>
              <a:rPr sz="1150" spc="0" dirty="0" smtClean="0">
                <a:latin typeface="Georgia"/>
                <a:cs typeface="Georgia"/>
              </a:rPr>
              <a:t>ts</a:t>
            </a:r>
            <a:r>
              <a:rPr sz="1150" spc="1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6</a:t>
            </a:r>
            <a:r>
              <a:rPr sz="1150" spc="0" dirty="0" smtClean="0">
                <a:latin typeface="Georgia"/>
                <a:cs typeface="Georgia"/>
              </a:rPr>
              <a:t>0</a:t>
            </a:r>
            <a:r>
              <a:rPr sz="1150" spc="12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pani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doi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13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ine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ba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endParaRPr sz="1150">
              <a:latin typeface="Georgia"/>
              <a:cs typeface="Georgia"/>
            </a:endParaRPr>
          </a:p>
          <a:p>
            <a:pPr marL="12700" algn="just">
              <a:lnSpc>
                <a:spcPct val="94780"/>
              </a:lnSpc>
            </a:pP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ear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h,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growi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nu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ber of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pani</a:t>
            </a:r>
            <a:r>
              <a:rPr sz="1150" spc="-1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ir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ize. </a:t>
            </a:r>
            <a:r>
              <a:rPr sz="1150" spc="4" dirty="0" smtClean="0">
                <a:latin typeface="Georgia"/>
                <a:cs typeface="Georgia"/>
              </a:rPr>
              <a:t>W</a:t>
            </a:r>
            <a:r>
              <a:rPr sz="1150" spc="0" dirty="0" smtClean="0">
                <a:latin typeface="Georgia"/>
                <a:cs typeface="Georgia"/>
              </a:rPr>
              <a:t>hat he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id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 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val</a:t>
            </a:r>
            <a:r>
              <a:rPr sz="1150" spc="4" dirty="0" smtClean="0">
                <a:latin typeface="Georgia"/>
                <a:cs typeface="Georgia"/>
              </a:rPr>
              <a:t> e</a:t>
            </a:r>
            <a:r>
              <a:rPr sz="1150" spc="-4" dirty="0" smtClean="0">
                <a:latin typeface="Georgia"/>
                <a:cs typeface="Georgia"/>
              </a:rPr>
              <a:t>x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 is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t</a:t>
            </a:r>
            <a:r>
              <a:rPr sz="1150" spc="9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e pa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k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off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s young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opp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nity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pro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ote</a:t>
            </a:r>
            <a:r>
              <a:rPr sz="1150" spc="-4" dirty="0" smtClean="0">
                <a:latin typeface="Georgia"/>
                <a:cs typeface="Georgia"/>
              </a:rPr>
              <a:t> 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1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e 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ir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4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ns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ing 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-4" dirty="0" smtClean="0">
                <a:latin typeface="Georgia"/>
                <a:cs typeface="Georgia"/>
              </a:rPr>
              <a:t>tra</a:t>
            </a:r>
            <a:r>
              <a:rPr sz="1150" spc="0" dirty="0" smtClean="0">
                <a:latin typeface="Georgia"/>
                <a:cs typeface="Georgia"/>
              </a:rPr>
              <a:t>nsp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4" dirty="0" smtClean="0">
                <a:latin typeface="Georgia"/>
                <a:cs typeface="Georgia"/>
              </a:rPr>
              <a:t> 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thic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ns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 with.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74216" y="2818419"/>
            <a:ext cx="5867576" cy="12434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55" algn="just">
              <a:lnSpc>
                <a:spcPts val="1280"/>
              </a:lnSpc>
              <a:spcBef>
                <a:spcPts val="64"/>
              </a:spcBef>
            </a:pP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nal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bat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12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int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out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t,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3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growi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1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nu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ber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1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tors</a:t>
            </a:r>
            <a:endParaRPr sz="1150">
              <a:latin typeface="Georgia"/>
              <a:cs typeface="Georgia"/>
            </a:endParaRPr>
          </a:p>
          <a:p>
            <a:pPr marL="12700" marR="2759" algn="just">
              <a:lnSpc>
                <a:spcPts val="1295"/>
              </a:lnSpc>
              <a:spcBef>
                <a:spcPts val="0"/>
              </a:spcBef>
            </a:pP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tors</a:t>
            </a:r>
            <a:r>
              <a:rPr sz="1150" spc="5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y,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ind</a:t>
            </a:r>
            <a:r>
              <a:rPr sz="1150" spc="-14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-unive</a:t>
            </a:r>
            <a:r>
              <a:rPr sz="1150" spc="-4" dirty="0" smtClean="0">
                <a:latin typeface="Georgia"/>
                <a:cs typeface="Georgia"/>
              </a:rPr>
              <a:t>rs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ue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ore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nec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endParaRPr sz="1150">
              <a:latin typeface="Georgia"/>
              <a:cs typeface="Georgia"/>
            </a:endParaRPr>
          </a:p>
          <a:p>
            <a:pPr marL="12700" algn="just">
              <a:lnSpc>
                <a:spcPct val="94875"/>
              </a:lnSpc>
            </a:pP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his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9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-4" dirty="0" smtClean="0">
                <a:latin typeface="Georgia"/>
                <a:cs typeface="Georgia"/>
              </a:rPr>
              <a:t>ll</a:t>
            </a:r>
            <a:r>
              <a:rPr sz="1150" spc="0" dirty="0" smtClean="0">
                <a:latin typeface="Georgia"/>
                <a:cs typeface="Georgia"/>
              </a:rPr>
              <a:t>ow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but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have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pact 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 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ining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tion, 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ich wi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4" dirty="0" smtClean="0">
                <a:latin typeface="Georgia"/>
                <a:cs typeface="Georgia"/>
              </a:rPr>
              <a:t>le</a:t>
            </a:r>
            <a:r>
              <a:rPr sz="1150" spc="0" dirty="0" smtClean="0">
                <a:latin typeface="Georgia"/>
                <a:cs typeface="Georgia"/>
              </a:rPr>
              <a:t>v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ti</a:t>
            </a:r>
            <a:r>
              <a:rPr sz="1150" spc="-4" dirty="0" smtClean="0">
                <a:latin typeface="Georgia"/>
                <a:cs typeface="Georgia"/>
              </a:rPr>
              <a:t>fa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ore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x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igned to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gio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/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ori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well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urs</a:t>
            </a:r>
            <a:r>
              <a:rPr sz="1150" spc="0" dirty="0" smtClean="0">
                <a:latin typeface="Georgia"/>
                <a:cs typeface="Georgia"/>
              </a:rPr>
              <a:t>hip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icy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wa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ba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  <a:p>
            <a:pPr marL="12700" marR="1184" algn="just">
              <a:lnSpc>
                <a:spcPct val="94685"/>
              </a:lnSpc>
              <a:spcBef>
                <a:spcPts val="598"/>
              </a:spcBef>
            </a:pPr>
            <a:r>
              <a:rPr sz="1150" b="1" u="sng" spc="-4" dirty="0" smtClean="0">
                <a:latin typeface="Georgia"/>
                <a:cs typeface="Georgia"/>
              </a:rPr>
              <a:t>S</a:t>
            </a:r>
            <a:r>
              <a:rPr sz="1150" b="1" u="sng" spc="0" dirty="0" smtClean="0">
                <a:latin typeface="Georgia"/>
                <a:cs typeface="Georgia"/>
              </a:rPr>
              <a:t>es</a:t>
            </a:r>
            <a:r>
              <a:rPr sz="1150" b="1" u="sng" spc="-4" dirty="0" smtClean="0">
                <a:latin typeface="Georgia"/>
                <a:cs typeface="Georgia"/>
              </a:rPr>
              <a:t>s</a:t>
            </a:r>
            <a:r>
              <a:rPr sz="1150" b="1" u="sng" spc="0" dirty="0" smtClean="0">
                <a:latin typeface="Georgia"/>
                <a:cs typeface="Georgia"/>
              </a:rPr>
              <a:t>ion</a:t>
            </a:r>
            <a:r>
              <a:rPr sz="1150" b="1" u="sng" spc="230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6</a:t>
            </a:r>
            <a:r>
              <a:rPr sz="1150" b="1" u="sng" spc="235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– </a:t>
            </a:r>
            <a:r>
              <a:rPr sz="1150" b="1" u="sng" spc="230" dirty="0" smtClean="0">
                <a:latin typeface="Georgia"/>
                <a:cs typeface="Georgia"/>
              </a:rPr>
              <a:t> </a:t>
            </a:r>
            <a:r>
              <a:rPr sz="1150" b="1" u="sng" spc="4" dirty="0" smtClean="0">
                <a:latin typeface="Georgia"/>
                <a:cs typeface="Georgia"/>
              </a:rPr>
              <a:t>H</a:t>
            </a:r>
            <a:r>
              <a:rPr sz="1150" b="1" u="sng" spc="0" dirty="0" smtClean="0">
                <a:latin typeface="Georgia"/>
                <a:cs typeface="Georgia"/>
              </a:rPr>
              <a:t>ow</a:t>
            </a:r>
            <a:r>
              <a:rPr sz="1150" b="1" u="sng" spc="225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to</a:t>
            </a:r>
            <a:r>
              <a:rPr sz="1150" b="1" u="sng" spc="220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foster</a:t>
            </a:r>
            <a:r>
              <a:rPr sz="1150" b="1" u="sng" spc="240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t</a:t>
            </a:r>
            <a:r>
              <a:rPr sz="1150" b="1" u="sng" spc="-4" dirty="0" smtClean="0">
                <a:latin typeface="Georgia"/>
                <a:cs typeface="Georgia"/>
              </a:rPr>
              <a:t>h</a:t>
            </a:r>
            <a:r>
              <a:rPr sz="1150" b="1" u="sng" spc="0" dirty="0" smtClean="0">
                <a:latin typeface="Georgia"/>
                <a:cs typeface="Georgia"/>
              </a:rPr>
              <a:t>e</a:t>
            </a:r>
            <a:r>
              <a:rPr sz="1150" b="1" u="sng" spc="225" dirty="0" smtClean="0">
                <a:latin typeface="Georgia"/>
                <a:cs typeface="Georgia"/>
              </a:rPr>
              <a:t> </a:t>
            </a:r>
            <a:r>
              <a:rPr sz="1150" b="1" u="sng" spc="4" dirty="0" smtClean="0">
                <a:latin typeface="Georgia"/>
                <a:cs typeface="Georgia"/>
              </a:rPr>
              <a:t>d</a:t>
            </a:r>
            <a:r>
              <a:rPr sz="1150" b="1" u="sng" spc="0" dirty="0" smtClean="0">
                <a:latin typeface="Georgia"/>
                <a:cs typeface="Georgia"/>
              </a:rPr>
              <a:t>e</a:t>
            </a:r>
            <a:r>
              <a:rPr sz="1150" b="1" u="sng" spc="-4" dirty="0" smtClean="0">
                <a:latin typeface="Georgia"/>
                <a:cs typeface="Georgia"/>
              </a:rPr>
              <a:t>v</a:t>
            </a:r>
            <a:r>
              <a:rPr sz="1150" b="1" u="sng" spc="0" dirty="0" smtClean="0">
                <a:latin typeface="Georgia"/>
                <a:cs typeface="Georgia"/>
              </a:rPr>
              <a:t>elo</a:t>
            </a:r>
            <a:r>
              <a:rPr sz="1150" b="1" u="sng" spc="-14" dirty="0" smtClean="0">
                <a:latin typeface="Georgia"/>
                <a:cs typeface="Georgia"/>
              </a:rPr>
              <a:t>p</a:t>
            </a:r>
            <a:r>
              <a:rPr sz="1150" b="1" u="sng" spc="4" dirty="0" smtClean="0">
                <a:latin typeface="Georgia"/>
                <a:cs typeface="Georgia"/>
              </a:rPr>
              <a:t>m</a:t>
            </a:r>
            <a:r>
              <a:rPr sz="1150" b="1" u="sng" spc="0" dirty="0" smtClean="0">
                <a:latin typeface="Georgia"/>
                <a:cs typeface="Georgia"/>
              </a:rPr>
              <a:t>ent</a:t>
            </a:r>
            <a:r>
              <a:rPr sz="1150" b="1" u="sng" spc="230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of</a:t>
            </a:r>
            <a:r>
              <a:rPr sz="1150" b="1" u="sng" spc="225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nece</a:t>
            </a:r>
            <a:r>
              <a:rPr sz="1150" b="1" u="sng" spc="-4" dirty="0" smtClean="0">
                <a:latin typeface="Georgia"/>
                <a:cs typeface="Georgia"/>
              </a:rPr>
              <a:t>s</a:t>
            </a:r>
            <a:r>
              <a:rPr sz="1150" b="1" u="sng" spc="0" dirty="0" smtClean="0">
                <a:latin typeface="Georgia"/>
                <a:cs typeface="Georgia"/>
              </a:rPr>
              <a:t>s</a:t>
            </a:r>
            <a:r>
              <a:rPr sz="1150" b="1" u="sng" spc="-4" dirty="0" smtClean="0">
                <a:latin typeface="Georgia"/>
                <a:cs typeface="Georgia"/>
              </a:rPr>
              <a:t>a</a:t>
            </a:r>
            <a:r>
              <a:rPr sz="1150" b="1" u="sng" spc="0" dirty="0" smtClean="0">
                <a:latin typeface="Georgia"/>
                <a:cs typeface="Georgia"/>
              </a:rPr>
              <a:t>ry</a:t>
            </a:r>
            <a:r>
              <a:rPr sz="1150" b="1" u="sng" spc="225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skills:</a:t>
            </a:r>
            <a:r>
              <a:rPr sz="1150" b="1" u="sng" spc="230" dirty="0" smtClean="0">
                <a:latin typeface="Georgia"/>
                <a:cs typeface="Georgia"/>
              </a:rPr>
              <a:t> </a:t>
            </a:r>
            <a:r>
              <a:rPr sz="1150" b="1" u="sng" spc="-4" dirty="0" smtClean="0">
                <a:latin typeface="Georgia"/>
                <a:cs typeface="Georgia"/>
              </a:rPr>
              <a:t>g</a:t>
            </a:r>
            <a:r>
              <a:rPr sz="1150" b="1" u="sng" spc="0" dirty="0" smtClean="0">
                <a:latin typeface="Georgia"/>
                <a:cs typeface="Georgia"/>
              </a:rPr>
              <a:t>earing</a:t>
            </a:r>
            <a:r>
              <a:rPr sz="1150" b="1" u="sng" spc="225" dirty="0" smtClean="0">
                <a:latin typeface="Georgia"/>
                <a:cs typeface="Georgia"/>
              </a:rPr>
              <a:t> </a:t>
            </a:r>
            <a:r>
              <a:rPr sz="1150" b="1" u="sng" spc="-9" dirty="0" smtClean="0">
                <a:latin typeface="Georgia"/>
                <a:cs typeface="Georgia"/>
              </a:rPr>
              <a:t>u</a:t>
            </a:r>
            <a:r>
              <a:rPr sz="1150" b="1" u="sng" spc="0" dirty="0" smtClean="0">
                <a:latin typeface="Georgia"/>
                <a:cs typeface="Georgia"/>
              </a:rPr>
              <a:t>p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74216" y="4056288"/>
            <a:ext cx="3259720" cy="171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80"/>
              </a:lnSpc>
              <a:spcBef>
                <a:spcPts val="64"/>
              </a:spcBef>
            </a:pPr>
            <a:r>
              <a:rPr sz="1150" b="1" u="sng" spc="0" dirty="0" smtClean="0">
                <a:latin typeface="Georgia"/>
                <a:cs typeface="Georgia"/>
              </a:rPr>
              <a:t>e</a:t>
            </a:r>
            <a:r>
              <a:rPr sz="1150" b="1" u="sng" spc="4" dirty="0" smtClean="0">
                <a:latin typeface="Georgia"/>
                <a:cs typeface="Georgia"/>
              </a:rPr>
              <a:t>d</a:t>
            </a:r>
            <a:r>
              <a:rPr sz="1150" b="1" u="sng" spc="0" dirty="0" smtClean="0">
                <a:latin typeface="Georgia"/>
                <a:cs typeface="Georgia"/>
              </a:rPr>
              <a:t>uca</a:t>
            </a:r>
            <a:r>
              <a:rPr sz="1150" b="1" u="sng" spc="-4" dirty="0" smtClean="0">
                <a:latin typeface="Georgia"/>
                <a:cs typeface="Georgia"/>
              </a:rPr>
              <a:t>t</a:t>
            </a:r>
            <a:r>
              <a:rPr sz="1150" b="1" u="sng" spc="0" dirty="0" smtClean="0">
                <a:latin typeface="Georgia"/>
                <a:cs typeface="Georgia"/>
              </a:rPr>
              <a:t>ion</a:t>
            </a:r>
            <a:r>
              <a:rPr sz="1150" b="1" u="sng" spc="-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a</a:t>
            </a:r>
            <a:r>
              <a:rPr sz="1150" b="1" u="sng" spc="-4" dirty="0" smtClean="0">
                <a:latin typeface="Georgia"/>
                <a:cs typeface="Georgia"/>
              </a:rPr>
              <a:t>n</a:t>
            </a:r>
            <a:r>
              <a:rPr sz="1150" b="1" u="sng" spc="0" dirty="0" smtClean="0">
                <a:latin typeface="Georgia"/>
                <a:cs typeface="Georgia"/>
              </a:rPr>
              <a:t>d trai</a:t>
            </a:r>
            <a:r>
              <a:rPr sz="1150" b="1" u="sng" spc="-4" dirty="0" smtClean="0">
                <a:latin typeface="Georgia"/>
                <a:cs typeface="Georgia"/>
              </a:rPr>
              <a:t>n</a:t>
            </a:r>
            <a:r>
              <a:rPr sz="1150" b="1" u="sng" spc="0" dirty="0" smtClean="0">
                <a:latin typeface="Georgia"/>
                <a:cs typeface="Georgia"/>
              </a:rPr>
              <a:t>ing</a:t>
            </a:r>
            <a:r>
              <a:rPr sz="1150" b="1" u="sng" spc="-9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for t</a:t>
            </a:r>
            <a:r>
              <a:rPr sz="1150" b="1" u="sng" spc="-4" dirty="0" smtClean="0">
                <a:latin typeface="Georgia"/>
                <a:cs typeface="Georgia"/>
              </a:rPr>
              <a:t>h</a:t>
            </a:r>
            <a:r>
              <a:rPr sz="1150" b="1" u="sng" spc="0" dirty="0" smtClean="0">
                <a:latin typeface="Georgia"/>
                <a:cs typeface="Georgia"/>
              </a:rPr>
              <a:t>e</a:t>
            </a:r>
            <a:r>
              <a:rPr sz="1150" b="1" u="sng" spc="-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bi</a:t>
            </a:r>
            <a:r>
              <a:rPr sz="1150" b="1" u="sng" spc="4" dirty="0" smtClean="0">
                <a:latin typeface="Georgia"/>
                <a:cs typeface="Georgia"/>
              </a:rPr>
              <a:t>o</a:t>
            </a:r>
            <a:r>
              <a:rPr sz="1150" b="1" u="sng" spc="0" dirty="0" smtClean="0">
                <a:latin typeface="Georgia"/>
                <a:cs typeface="Georgia"/>
              </a:rPr>
              <a:t>economy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74216" y="4298604"/>
            <a:ext cx="5848779" cy="19215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586">
              <a:lnSpc>
                <a:spcPts val="1280"/>
              </a:lnSpc>
              <a:spcBef>
                <a:spcPts val="64"/>
              </a:spcBef>
            </a:pP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4" dirty="0" smtClean="0">
                <a:latin typeface="Georgia"/>
                <a:cs typeface="Georgia"/>
              </a:rPr>
              <a:t> l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 se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ion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irs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-4" dirty="0" smtClean="0">
                <a:latin typeface="Georgia"/>
                <a:cs typeface="Georgia"/>
              </a:rPr>
              <a:t>da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op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ned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b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 introductory</a:t>
            </a:r>
            <a:r>
              <a:rPr sz="1150" spc="-4" dirty="0" smtClean="0">
                <a:latin typeface="Georgia"/>
                <a:cs typeface="Georgia"/>
              </a:rPr>
              <a:t> re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k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ir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endParaRPr sz="1150">
              <a:latin typeface="Georgia"/>
              <a:cs typeface="Georgia"/>
            </a:endParaRPr>
          </a:p>
          <a:p>
            <a:pPr marL="12700" marR="13586">
              <a:lnSpc>
                <a:spcPts val="1350"/>
              </a:lnSpc>
              <a:spcBef>
                <a:spcPts val="3"/>
              </a:spcBef>
            </a:pPr>
            <a:r>
              <a:rPr sz="1150" spc="-4" dirty="0" smtClean="0">
                <a:latin typeface="Georgia"/>
                <a:cs typeface="Georgia"/>
              </a:rPr>
              <a:t>Ale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sa</a:t>
            </a:r>
            <a:r>
              <a:rPr sz="1150" spc="0" dirty="0" smtClean="0">
                <a:latin typeface="Georgia"/>
                <a:cs typeface="Georgia"/>
              </a:rPr>
              <a:t>ndra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cc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ti,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H</a:t>
            </a:r>
            <a:r>
              <a:rPr sz="1200" spc="-4" dirty="0" smtClean="0">
                <a:latin typeface="Times New Roman"/>
                <a:cs typeface="Times New Roman"/>
              </a:rPr>
              <a:t>ea</a:t>
            </a:r>
            <a:r>
              <a:rPr sz="1200" spc="0" dirty="0" smtClean="0">
                <a:latin typeface="Times New Roman"/>
                <a:cs typeface="Times New Roman"/>
              </a:rPr>
              <a:t>d of </a:t>
            </a:r>
            <a:r>
              <a:rPr sz="1200" spc="-4" dirty="0" smtClean="0">
                <a:latin typeface="Times New Roman"/>
                <a:cs typeface="Times New Roman"/>
              </a:rPr>
              <a:t>U</a:t>
            </a:r>
            <a:r>
              <a:rPr sz="1200" spc="0" dirty="0" smtClean="0">
                <a:latin typeface="Times New Roman"/>
                <a:cs typeface="Times New Roman"/>
              </a:rPr>
              <a:t>nit</a:t>
            </a:r>
            <a:r>
              <a:rPr sz="1200" spc="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f</a:t>
            </a:r>
            <a:r>
              <a:rPr sz="1200" spc="4" dirty="0" smtClean="0">
                <a:latin typeface="Times New Roman"/>
                <a:cs typeface="Times New Roman"/>
              </a:rPr>
              <a:t>o</a:t>
            </a:r>
            <a:r>
              <a:rPr sz="1200" spc="0" dirty="0" smtClean="0">
                <a:latin typeface="Times New Roman"/>
                <a:cs typeface="Times New Roman"/>
              </a:rPr>
              <a:t>r Ma</a:t>
            </a:r>
            <a:r>
              <a:rPr sz="1200" spc="-4" dirty="0" smtClean="0">
                <a:latin typeface="Times New Roman"/>
                <a:cs typeface="Times New Roman"/>
              </a:rPr>
              <a:t>r</a:t>
            </a:r>
            <a:r>
              <a:rPr sz="1200" spc="0" dirty="0" smtClean="0">
                <a:latin typeface="Times New Roman"/>
                <a:cs typeface="Times New Roman"/>
              </a:rPr>
              <a:t>ie C</a:t>
            </a:r>
            <a:r>
              <a:rPr sz="1200" spc="9" dirty="0" smtClean="0">
                <a:latin typeface="Times New Roman"/>
                <a:cs typeface="Times New Roman"/>
              </a:rPr>
              <a:t>u</a:t>
            </a:r>
            <a:r>
              <a:rPr sz="1200" spc="0" dirty="0" smtClean="0">
                <a:latin typeface="Times New Roman"/>
                <a:cs typeface="Times New Roman"/>
              </a:rPr>
              <a:t>rie A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t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ons 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t </a:t>
            </a:r>
            <a:r>
              <a:rPr sz="1200" spc="4" dirty="0" smtClean="0">
                <a:latin typeface="Times New Roman"/>
                <a:cs typeface="Times New Roman"/>
              </a:rPr>
              <a:t>t</a:t>
            </a:r>
            <a:r>
              <a:rPr sz="1200" spc="0" dirty="0" smtClean="0">
                <a:latin typeface="Times New Roman"/>
                <a:cs typeface="Times New Roman"/>
              </a:rPr>
              <a:t>he</a:t>
            </a:r>
            <a:r>
              <a:rPr sz="1200" spc="-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Eu</a:t>
            </a:r>
            <a:r>
              <a:rPr sz="1200" spc="-4" dirty="0" smtClean="0">
                <a:latin typeface="Times New Roman"/>
                <a:cs typeface="Times New Roman"/>
              </a:rPr>
              <a:t>r</a:t>
            </a:r>
            <a:r>
              <a:rPr sz="1200" spc="0" dirty="0" smtClean="0">
                <a:latin typeface="Times New Roman"/>
                <a:cs typeface="Times New Roman"/>
              </a:rPr>
              <a:t>o</a:t>
            </a:r>
            <a:r>
              <a:rPr sz="1200" spc="9" dirty="0" smtClean="0">
                <a:latin typeface="Times New Roman"/>
                <a:cs typeface="Times New Roman"/>
              </a:rPr>
              <a:t>p</a:t>
            </a:r>
            <a:r>
              <a:rPr sz="1200" spc="4" dirty="0" smtClean="0">
                <a:latin typeface="Times New Roman"/>
                <a:cs typeface="Times New Roman"/>
              </a:rPr>
              <a:t>e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n Co</a:t>
            </a:r>
            <a:r>
              <a:rPr sz="1200" spc="4" dirty="0" smtClean="0">
                <a:latin typeface="Times New Roman"/>
                <a:cs typeface="Times New Roman"/>
              </a:rPr>
              <a:t>m</a:t>
            </a:r>
            <a:r>
              <a:rPr sz="1200" spc="0" dirty="0" smtClean="0">
                <a:latin typeface="Times New Roman"/>
                <a:cs typeface="Times New Roman"/>
              </a:rPr>
              <a:t>m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ss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on’s</a:t>
            </a:r>
            <a:endParaRPr sz="1200">
              <a:latin typeface="Times New Roman"/>
              <a:cs typeface="Times New Roman"/>
            </a:endParaRPr>
          </a:p>
          <a:p>
            <a:pPr marL="12700" marR="41859">
              <a:lnSpc>
                <a:spcPct val="95825"/>
              </a:lnSpc>
            </a:pPr>
            <a:r>
              <a:rPr sz="1200" spc="0" dirty="0" smtClean="0">
                <a:latin typeface="Times New Roman"/>
                <a:cs typeface="Times New Roman"/>
              </a:rPr>
              <a:t>Dir</a:t>
            </a:r>
            <a:r>
              <a:rPr sz="1200" spc="-9" dirty="0" smtClean="0">
                <a:latin typeface="Times New Roman"/>
                <a:cs typeface="Times New Roman"/>
              </a:rPr>
              <a:t>e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to</a:t>
            </a:r>
            <a:r>
              <a:rPr sz="1200" spc="9" dirty="0" smtClean="0">
                <a:latin typeface="Times New Roman"/>
                <a:cs typeface="Times New Roman"/>
              </a:rPr>
              <a:t>r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te</a:t>
            </a:r>
            <a:r>
              <a:rPr sz="1200" spc="-4" dirty="0" smtClean="0">
                <a:latin typeface="Times New Roman"/>
                <a:cs typeface="Times New Roman"/>
              </a:rPr>
              <a:t>-</a:t>
            </a:r>
            <a:r>
              <a:rPr sz="1200" spc="9" dirty="0" smtClean="0">
                <a:latin typeface="Times New Roman"/>
                <a:cs typeface="Times New Roman"/>
              </a:rPr>
              <a:t>G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n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4" dirty="0" smtClean="0">
                <a:latin typeface="Times New Roman"/>
                <a:cs typeface="Times New Roman"/>
              </a:rPr>
              <a:t>r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l</a:t>
            </a:r>
            <a:r>
              <a:rPr sz="1200" spc="9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for</a:t>
            </a:r>
            <a:r>
              <a:rPr sz="1200" spc="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Edu</a:t>
            </a:r>
            <a:r>
              <a:rPr sz="1200" spc="-4" dirty="0" smtClean="0">
                <a:latin typeface="Times New Roman"/>
                <a:cs typeface="Times New Roman"/>
              </a:rPr>
              <a:t>ca</a:t>
            </a:r>
            <a:r>
              <a:rPr sz="1200" spc="0" dirty="0" smtClean="0">
                <a:latin typeface="Times New Roman"/>
                <a:cs typeface="Times New Roman"/>
              </a:rPr>
              <a:t>t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on 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nd Cul</a:t>
            </a:r>
            <a:r>
              <a:rPr sz="1200" spc="4" dirty="0" smtClean="0">
                <a:latin typeface="Times New Roman"/>
                <a:cs typeface="Times New Roman"/>
              </a:rPr>
              <a:t>t</a:t>
            </a:r>
            <a:r>
              <a:rPr sz="1200" spc="0" dirty="0" smtClean="0">
                <a:latin typeface="Times New Roman"/>
                <a:cs typeface="Times New Roman"/>
              </a:rPr>
              <a:t>u</a:t>
            </a:r>
            <a:r>
              <a:rPr sz="1200" spc="-4" dirty="0" smtClean="0">
                <a:latin typeface="Times New Roman"/>
                <a:cs typeface="Times New Roman"/>
              </a:rPr>
              <a:t>r</a:t>
            </a:r>
            <a:r>
              <a:rPr sz="1200" spc="0" dirty="0" smtClean="0">
                <a:latin typeface="Times New Roman"/>
                <a:cs typeface="Times New Roman"/>
              </a:rPr>
              <a:t>e. </a:t>
            </a:r>
            <a:r>
              <a:rPr sz="1200" spc="4" dirty="0" smtClean="0">
                <a:latin typeface="Times New Roman"/>
                <a:cs typeface="Times New Roman"/>
              </a:rPr>
              <a:t>S</a:t>
            </a:r>
            <a:r>
              <a:rPr sz="1200" spc="0" dirty="0" smtClean="0">
                <a:latin typeface="Times New Roman"/>
                <a:cs typeface="Times New Roman"/>
              </a:rPr>
              <a:t>he</a:t>
            </a:r>
            <a:r>
              <a:rPr sz="1200" spc="-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str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ssed the import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9" dirty="0" smtClean="0">
                <a:latin typeface="Times New Roman"/>
                <a:cs typeface="Times New Roman"/>
              </a:rPr>
              <a:t>n</a:t>
            </a:r>
            <a:r>
              <a:rPr sz="1200" spc="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e</a:t>
            </a:r>
            <a:r>
              <a:rPr sz="1200" spc="-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of d</a:t>
            </a:r>
            <a:r>
              <a:rPr sz="1200" spc="-9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v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lop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9" dirty="0" smtClean="0">
                <a:latin typeface="Times New Roman"/>
                <a:cs typeface="Times New Roman"/>
              </a:rPr>
              <a:t>n</a:t>
            </a:r>
            <a:r>
              <a:rPr sz="1200" spc="0" dirty="0" smtClean="0">
                <a:latin typeface="Times New Roman"/>
                <a:cs typeface="Times New Roman"/>
              </a:rPr>
              <a:t>g ski</a:t>
            </a:r>
            <a:r>
              <a:rPr sz="1200" spc="4" dirty="0" smtClean="0">
                <a:latin typeface="Times New Roman"/>
                <a:cs typeface="Times New Roman"/>
              </a:rPr>
              <a:t>l</a:t>
            </a:r>
            <a:r>
              <a:rPr sz="1200" spc="0" dirty="0" smtClean="0">
                <a:latin typeface="Times New Roman"/>
                <a:cs typeface="Times New Roman"/>
              </a:rPr>
              <a:t>ls </a:t>
            </a:r>
            <a:r>
              <a:rPr sz="1200" spc="4" dirty="0" smtClean="0">
                <a:latin typeface="Times New Roman"/>
                <a:cs typeface="Times New Roman"/>
              </a:rPr>
              <a:t>t</a:t>
            </a:r>
            <a:r>
              <a:rPr sz="1200" spc="0" dirty="0" smtClean="0">
                <a:latin typeface="Times New Roman"/>
                <a:cs typeface="Times New Roman"/>
              </a:rPr>
              <a:t>h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t</a:t>
            </a:r>
            <a:r>
              <a:rPr sz="1200" spc="4" dirty="0" smtClean="0">
                <a:latin typeface="Times New Roman"/>
                <a:cs typeface="Times New Roman"/>
              </a:rPr>
              <a:t> 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re</a:t>
            </a:r>
            <a:r>
              <a:rPr sz="1200" spc="-9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tr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nsf</a:t>
            </a:r>
            <a:r>
              <a:rPr sz="1200" spc="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r</a:t>
            </a:r>
            <a:r>
              <a:rPr sz="1200" spc="-9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b</a:t>
            </a:r>
            <a:r>
              <a:rPr sz="1200" spc="14" dirty="0" smtClean="0">
                <a:latin typeface="Times New Roman"/>
                <a:cs typeface="Times New Roman"/>
              </a:rPr>
              <a:t>l</a:t>
            </a:r>
            <a:r>
              <a:rPr sz="1200" spc="0" dirty="0" smtClean="0">
                <a:latin typeface="Times New Roman"/>
                <a:cs typeface="Times New Roman"/>
              </a:rPr>
              <a:t>e</a:t>
            </a:r>
            <a:r>
              <a:rPr sz="1200" spc="-4" dirty="0" smtClean="0">
                <a:latin typeface="Times New Roman"/>
                <a:cs typeface="Times New Roman"/>
              </a:rPr>
              <a:t> ac</a:t>
            </a:r>
            <a:r>
              <a:rPr sz="1200" spc="0" dirty="0" smtClean="0">
                <a:latin typeface="Times New Roman"/>
                <a:cs typeface="Times New Roman"/>
              </a:rPr>
              <a:t>ro</a:t>
            </a:r>
            <a:r>
              <a:rPr sz="1200" spc="4" dirty="0" smtClean="0">
                <a:latin typeface="Times New Roman"/>
                <a:cs typeface="Times New Roman"/>
              </a:rPr>
              <a:t>s</a:t>
            </a:r>
            <a:r>
              <a:rPr sz="1200" spc="0" dirty="0" smtClean="0">
                <a:latin typeface="Times New Roman"/>
                <a:cs typeface="Times New Roman"/>
              </a:rPr>
              <a:t>s di</a:t>
            </a:r>
            <a:r>
              <a:rPr sz="1200" spc="9" dirty="0" smtClean="0">
                <a:latin typeface="Times New Roman"/>
                <a:cs typeface="Times New Roman"/>
              </a:rPr>
              <a:t>f</a:t>
            </a:r>
            <a:r>
              <a:rPr sz="1200" spc="0" dirty="0" smtClean="0">
                <a:latin typeface="Times New Roman"/>
                <a:cs typeface="Times New Roman"/>
              </a:rPr>
              <a:t>f</a:t>
            </a:r>
            <a:r>
              <a:rPr sz="1200" spc="-9" dirty="0" smtClean="0">
                <a:latin typeface="Times New Roman"/>
                <a:cs typeface="Times New Roman"/>
              </a:rPr>
              <a:t>e</a:t>
            </a:r>
            <a:r>
              <a:rPr sz="1200" spc="4" dirty="0" smtClean="0">
                <a:latin typeface="Times New Roman"/>
                <a:cs typeface="Times New Roman"/>
              </a:rPr>
              <a:t>r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nt se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tors.</a:t>
            </a:r>
            <a:r>
              <a:rPr sz="1200" spc="19" dirty="0" smtClean="0">
                <a:latin typeface="Times New Roman"/>
                <a:cs typeface="Times New Roman"/>
              </a:rPr>
              <a:t> </a:t>
            </a:r>
            <a:r>
              <a:rPr sz="1200" spc="-29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n th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s r</a:t>
            </a:r>
            <a:r>
              <a:rPr sz="1200" spc="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g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rd,</a:t>
            </a:r>
            <a:r>
              <a:rPr sz="1200" spc="4" dirty="0" smtClean="0">
                <a:latin typeface="Times New Roman"/>
                <a:cs typeface="Times New Roman"/>
              </a:rPr>
              <a:t> P</a:t>
            </a:r>
            <a:r>
              <a:rPr sz="1200" spc="0" dirty="0" smtClean="0">
                <a:latin typeface="Times New Roman"/>
                <a:cs typeface="Times New Roman"/>
              </a:rPr>
              <a:t>ro</a:t>
            </a:r>
            <a:r>
              <a:rPr sz="1200" spc="-4" dirty="0" smtClean="0">
                <a:latin typeface="Times New Roman"/>
                <a:cs typeface="Times New Roman"/>
              </a:rPr>
              <a:t>f</a:t>
            </a:r>
            <a:r>
              <a:rPr sz="1200" spc="0" dirty="0" smtClean="0">
                <a:latin typeface="Times New Roman"/>
                <a:cs typeface="Times New Roman"/>
              </a:rPr>
              <a:t>.</a:t>
            </a:r>
            <a:r>
              <a:rPr sz="1200" spc="1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D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9" dirty="0" smtClean="0">
                <a:latin typeface="Times New Roman"/>
                <a:cs typeface="Times New Roman"/>
              </a:rPr>
              <a:t>v</a:t>
            </a:r>
            <a:r>
              <a:rPr sz="1200" spc="0" dirty="0" smtClean="0">
                <a:latin typeface="Times New Roman"/>
                <a:cs typeface="Times New Roman"/>
              </a:rPr>
              <a:t>id</a:t>
            </a:r>
            <a:r>
              <a:rPr sz="1200" spc="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C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st</a:t>
            </a:r>
            <a:r>
              <a:rPr sz="1200" spc="4" dirty="0" smtClean="0">
                <a:latin typeface="Times New Roman"/>
                <a:cs typeface="Times New Roman"/>
              </a:rPr>
              <a:t>l</a:t>
            </a:r>
            <a:r>
              <a:rPr sz="1200" spc="0" dirty="0" smtClean="0">
                <a:latin typeface="Times New Roman"/>
                <a:cs typeface="Times New Roman"/>
              </a:rPr>
              <a:t>e – Dir</a:t>
            </a:r>
            <a:r>
              <a:rPr sz="1200" spc="-9" dirty="0" smtClean="0">
                <a:latin typeface="Times New Roman"/>
                <a:cs typeface="Times New Roman"/>
              </a:rPr>
              <a:t>e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tor of</a:t>
            </a:r>
            <a:r>
              <a:rPr sz="1200" spc="-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the MSc</a:t>
            </a:r>
            <a:r>
              <a:rPr sz="1200" spc="-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in M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n</a:t>
            </a:r>
            <a:r>
              <a:rPr sz="1200" spc="4" dirty="0" smtClean="0">
                <a:latin typeface="Times New Roman"/>
                <a:cs typeface="Times New Roman"/>
              </a:rPr>
              <a:t>a</a:t>
            </a:r>
            <a:r>
              <a:rPr sz="1200" spc="-9" dirty="0" smtClean="0">
                <a:latin typeface="Times New Roman"/>
                <a:cs typeface="Times New Roman"/>
              </a:rPr>
              <a:t>g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m</a:t>
            </a:r>
            <a:r>
              <a:rPr sz="1200" spc="9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nt of </a:t>
            </a:r>
            <a:r>
              <a:rPr sz="1200" spc="-9" dirty="0" smtClean="0">
                <a:latin typeface="Times New Roman"/>
                <a:cs typeface="Times New Roman"/>
              </a:rPr>
              <a:t>B</a:t>
            </a:r>
            <a:r>
              <a:rPr sz="1200" spc="0" dirty="0" smtClean="0">
                <a:latin typeface="Times New Roman"/>
                <a:cs typeface="Times New Roman"/>
              </a:rPr>
              <a:t>ioe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ono</a:t>
            </a:r>
            <a:r>
              <a:rPr sz="1200" spc="25" dirty="0" smtClean="0">
                <a:latin typeface="Times New Roman"/>
                <a:cs typeface="Times New Roman"/>
              </a:rPr>
              <a:t>m</a:t>
            </a:r>
            <a:r>
              <a:rPr sz="1200" spc="-25" dirty="0" smtClean="0">
                <a:latin typeface="Times New Roman"/>
                <a:cs typeface="Times New Roman"/>
              </a:rPr>
              <a:t>y</a:t>
            </a:r>
            <a:r>
              <a:rPr sz="1200" spc="0" dirty="0" smtClean="0">
                <a:latin typeface="Times New Roman"/>
                <a:cs typeface="Times New Roman"/>
              </a:rPr>
              <a:t>,</a:t>
            </a:r>
            <a:r>
              <a:rPr sz="1200" spc="9" dirty="0" smtClean="0">
                <a:latin typeface="Times New Roman"/>
                <a:cs typeface="Times New Roman"/>
              </a:rPr>
              <a:t> </a:t>
            </a:r>
            <a:r>
              <a:rPr sz="1200" spc="-1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nno</a:t>
            </a:r>
            <a:r>
              <a:rPr sz="1200" spc="9" dirty="0" smtClean="0">
                <a:latin typeface="Times New Roman"/>
                <a:cs typeface="Times New Roman"/>
              </a:rPr>
              <a:t>v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t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on 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nd Gov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r</a:t>
            </a:r>
            <a:r>
              <a:rPr sz="1200" spc="4" dirty="0" smtClean="0">
                <a:latin typeface="Times New Roman"/>
                <a:cs typeface="Times New Roman"/>
              </a:rPr>
              <a:t>n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n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e</a:t>
            </a:r>
            <a:r>
              <a:rPr sz="1200" spc="4" dirty="0" smtClean="0">
                <a:latin typeface="Times New Roman"/>
                <a:cs typeface="Times New Roman"/>
              </a:rPr>
              <a:t> 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t</a:t>
            </a:r>
            <a:r>
              <a:rPr sz="1200" spc="1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the </a:t>
            </a:r>
            <a:r>
              <a:rPr sz="1200" spc="-4" dirty="0" smtClean="0">
                <a:latin typeface="Times New Roman"/>
                <a:cs typeface="Times New Roman"/>
              </a:rPr>
              <a:t>U</a:t>
            </a:r>
            <a:r>
              <a:rPr sz="1200" spc="0" dirty="0" smtClean="0">
                <a:latin typeface="Times New Roman"/>
                <a:cs typeface="Times New Roman"/>
              </a:rPr>
              <a:t>nive</a:t>
            </a:r>
            <a:r>
              <a:rPr sz="1200" spc="-4" dirty="0" smtClean="0">
                <a:latin typeface="Times New Roman"/>
                <a:cs typeface="Times New Roman"/>
              </a:rPr>
              <a:t>r</a:t>
            </a:r>
            <a:r>
              <a:rPr sz="1200" spc="0" dirty="0" smtClean="0">
                <a:latin typeface="Times New Roman"/>
                <a:cs typeface="Times New Roman"/>
              </a:rPr>
              <a:t>si</a:t>
            </a:r>
            <a:r>
              <a:rPr sz="1200" spc="14" dirty="0" smtClean="0">
                <a:latin typeface="Times New Roman"/>
                <a:cs typeface="Times New Roman"/>
              </a:rPr>
              <a:t>t</a:t>
            </a:r>
            <a:r>
              <a:rPr sz="1200" spc="0" dirty="0" smtClean="0">
                <a:latin typeface="Times New Roman"/>
                <a:cs typeface="Times New Roman"/>
              </a:rPr>
              <a:t>y</a:t>
            </a:r>
            <a:r>
              <a:rPr sz="1200" spc="-25" dirty="0" smtClean="0">
                <a:latin typeface="Times New Roman"/>
                <a:cs typeface="Times New Roman"/>
              </a:rPr>
              <a:t> </a:t>
            </a:r>
            <a:r>
              <a:rPr sz="1200" spc="9" dirty="0" smtClean="0">
                <a:latin typeface="Times New Roman"/>
                <a:cs typeface="Times New Roman"/>
              </a:rPr>
              <a:t>o</a:t>
            </a:r>
            <a:r>
              <a:rPr sz="1200" spc="0" dirty="0" smtClean="0">
                <a:latin typeface="Times New Roman"/>
                <a:cs typeface="Times New Roman"/>
              </a:rPr>
              <a:t>f Edinbur</a:t>
            </a:r>
            <a:r>
              <a:rPr sz="1200" spc="-14" dirty="0" smtClean="0">
                <a:latin typeface="Times New Roman"/>
                <a:cs typeface="Times New Roman"/>
              </a:rPr>
              <a:t>g</a:t>
            </a:r>
            <a:r>
              <a:rPr sz="1200" spc="0" dirty="0" smtClean="0">
                <a:latin typeface="Times New Roman"/>
                <a:cs typeface="Times New Roman"/>
              </a:rPr>
              <a:t>h – un</a:t>
            </a:r>
            <a:r>
              <a:rPr sz="1200" spc="9" dirty="0" smtClean="0">
                <a:latin typeface="Times New Roman"/>
                <a:cs typeface="Times New Roman"/>
              </a:rPr>
              <a:t>d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rlined</a:t>
            </a:r>
            <a:r>
              <a:rPr sz="1200" spc="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how the</a:t>
            </a:r>
            <a:r>
              <a:rPr sz="1200" spc="-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soft vs</a:t>
            </a:r>
            <a:r>
              <a:rPr sz="1200" spc="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h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rd skil</a:t>
            </a:r>
            <a:r>
              <a:rPr sz="1200" spc="4" dirty="0" smtClean="0">
                <a:latin typeface="Times New Roman"/>
                <a:cs typeface="Times New Roman"/>
              </a:rPr>
              <a:t>l</a:t>
            </a:r>
            <a:r>
              <a:rPr sz="1200" spc="0" dirty="0" smtClean="0">
                <a:latin typeface="Times New Roman"/>
                <a:cs typeface="Times New Roman"/>
              </a:rPr>
              <a:t>s di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hoto</a:t>
            </a:r>
            <a:r>
              <a:rPr sz="1200" spc="14" dirty="0" smtClean="0">
                <a:latin typeface="Times New Roman"/>
                <a:cs typeface="Times New Roman"/>
              </a:rPr>
              <a:t>m</a:t>
            </a:r>
            <a:r>
              <a:rPr sz="1200" spc="0" dirty="0" smtClean="0">
                <a:latin typeface="Times New Roman"/>
                <a:cs typeface="Times New Roman"/>
              </a:rPr>
              <a:t>y</a:t>
            </a:r>
            <a:r>
              <a:rPr sz="1200" spc="-25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is an un</a:t>
            </a:r>
            <a:r>
              <a:rPr sz="1200" spc="-4" dirty="0" smtClean="0">
                <a:latin typeface="Times New Roman"/>
                <a:cs typeface="Times New Roman"/>
              </a:rPr>
              <a:t>f</a:t>
            </a:r>
            <a:r>
              <a:rPr sz="1200" spc="0" dirty="0" smtClean="0">
                <a:latin typeface="Times New Roman"/>
                <a:cs typeface="Times New Roman"/>
              </a:rPr>
              <a:t>o</a:t>
            </a:r>
            <a:r>
              <a:rPr sz="1200" spc="-4" dirty="0" smtClean="0">
                <a:latin typeface="Times New Roman"/>
                <a:cs typeface="Times New Roman"/>
              </a:rPr>
              <a:t>r</a:t>
            </a:r>
            <a:r>
              <a:rPr sz="1200" spc="0" dirty="0" smtClean="0">
                <a:latin typeface="Times New Roman"/>
                <a:cs typeface="Times New Roman"/>
              </a:rPr>
              <a:t>t</a:t>
            </a:r>
            <a:r>
              <a:rPr sz="1200" spc="14" dirty="0" smtClean="0">
                <a:latin typeface="Times New Roman"/>
                <a:cs typeface="Times New Roman"/>
              </a:rPr>
              <a:t>u</a:t>
            </a:r>
            <a:r>
              <a:rPr sz="1200" spc="0" dirty="0" smtClean="0">
                <a:latin typeface="Times New Roman"/>
                <a:cs typeface="Times New Roman"/>
              </a:rPr>
              <a:t>n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te on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.</a:t>
            </a:r>
            <a:r>
              <a:rPr sz="1200" spc="9" dirty="0" smtClean="0">
                <a:latin typeface="Times New Roman"/>
                <a:cs typeface="Times New Roman"/>
              </a:rPr>
              <a:t> </a:t>
            </a:r>
            <a:r>
              <a:rPr sz="1200" spc="-1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n the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95921"/>
              </a:lnSpc>
            </a:pPr>
            <a:r>
              <a:rPr sz="1200" spc="0" dirty="0" smtClean="0">
                <a:latin typeface="Times New Roman"/>
                <a:cs typeface="Times New Roman"/>
              </a:rPr>
              <a:t>M</a:t>
            </a:r>
            <a:r>
              <a:rPr sz="1200" spc="4" dirty="0" smtClean="0">
                <a:latin typeface="Times New Roman"/>
                <a:cs typeface="Times New Roman"/>
              </a:rPr>
              <a:t>S</a:t>
            </a:r>
            <a:r>
              <a:rPr sz="1200" spc="0" dirty="0" smtClean="0">
                <a:latin typeface="Times New Roman"/>
                <a:cs typeface="Times New Roman"/>
              </a:rPr>
              <a:t>c</a:t>
            </a:r>
            <a:r>
              <a:rPr sz="1200" spc="-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he</a:t>
            </a:r>
            <a:r>
              <a:rPr sz="1200" spc="-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dir</a:t>
            </a:r>
            <a:r>
              <a:rPr sz="1200" spc="-4" dirty="0" smtClean="0">
                <a:latin typeface="Times New Roman"/>
                <a:cs typeface="Times New Roman"/>
              </a:rPr>
              <a:t>ec</a:t>
            </a:r>
            <a:r>
              <a:rPr sz="1200" spc="0" dirty="0" smtClean="0">
                <a:latin typeface="Times New Roman"/>
                <a:cs typeface="Times New Roman"/>
              </a:rPr>
              <a:t>ts, </a:t>
            </a:r>
            <a:r>
              <a:rPr sz="1200" spc="4" dirty="0" smtClean="0">
                <a:latin typeface="Times New Roman"/>
                <a:cs typeface="Times New Roman"/>
              </a:rPr>
              <a:t>s</a:t>
            </a:r>
            <a:r>
              <a:rPr sz="1200" spc="0" dirty="0" smtClean="0">
                <a:latin typeface="Times New Roman"/>
                <a:cs typeface="Times New Roman"/>
              </a:rPr>
              <a:t>tudents</a:t>
            </a:r>
            <a:r>
              <a:rPr sz="1200" spc="9" dirty="0" smtClean="0">
                <a:latin typeface="Times New Roman"/>
                <a:cs typeface="Times New Roman"/>
              </a:rPr>
              <a:t> 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re</a:t>
            </a:r>
            <a:r>
              <a:rPr sz="1200" spc="-9" dirty="0" smtClean="0">
                <a:latin typeface="Times New Roman"/>
                <a:cs typeface="Times New Roman"/>
              </a:rPr>
              <a:t> 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14" dirty="0" smtClean="0">
                <a:latin typeface="Times New Roman"/>
                <a:cs typeface="Times New Roman"/>
              </a:rPr>
              <a:t>l</a:t>
            </a:r>
            <a:r>
              <a:rPr sz="1200" spc="0" dirty="0" smtClean="0">
                <a:latin typeface="Times New Roman"/>
                <a:cs typeface="Times New Roman"/>
              </a:rPr>
              <a:t>r</a:t>
            </a:r>
            <a:r>
              <a:rPr sz="1200" spc="-9" dirty="0" smtClean="0">
                <a:latin typeface="Times New Roman"/>
                <a:cs typeface="Times New Roman"/>
              </a:rPr>
              <a:t>e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25" dirty="0" smtClean="0">
                <a:latin typeface="Times New Roman"/>
                <a:cs typeface="Times New Roman"/>
              </a:rPr>
              <a:t>d</a:t>
            </a:r>
            <a:r>
              <a:rPr sz="1200" spc="0" dirty="0" smtClean="0">
                <a:latin typeface="Times New Roman"/>
                <a:cs typeface="Times New Roman"/>
              </a:rPr>
              <a:t>y</a:t>
            </a:r>
            <a:r>
              <a:rPr sz="1200" spc="-14" dirty="0" smtClean="0">
                <a:latin typeface="Times New Roman"/>
                <a:cs typeface="Times New Roman"/>
              </a:rPr>
              <a:t> 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9" dirty="0" smtClean="0">
                <a:latin typeface="Times New Roman"/>
                <a:cs typeface="Times New Roman"/>
              </a:rPr>
              <a:t>x</a:t>
            </a:r>
            <a:r>
              <a:rPr sz="1200" spc="-4" dirty="0" smtClean="0">
                <a:latin typeface="Times New Roman"/>
                <a:cs typeface="Times New Roman"/>
              </a:rPr>
              <a:t>ce</a:t>
            </a:r>
            <a:r>
              <a:rPr sz="1200" spc="0" dirty="0" smtClean="0">
                <a:latin typeface="Times New Roman"/>
                <a:cs typeface="Times New Roman"/>
              </a:rPr>
              <a:t>l</a:t>
            </a:r>
            <a:r>
              <a:rPr sz="1200" spc="4" dirty="0" smtClean="0">
                <a:latin typeface="Times New Roman"/>
                <a:cs typeface="Times New Roman"/>
              </a:rPr>
              <a:t>l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nt sci</a:t>
            </a:r>
            <a:r>
              <a:rPr sz="1200" spc="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nt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st</a:t>
            </a:r>
            <a:r>
              <a:rPr sz="1200" spc="4" dirty="0" smtClean="0">
                <a:latin typeface="Times New Roman"/>
                <a:cs typeface="Times New Roman"/>
              </a:rPr>
              <a:t>s</a:t>
            </a:r>
            <a:r>
              <a:rPr sz="1200" spc="0" dirty="0" smtClean="0">
                <a:latin typeface="Times New Roman"/>
                <a:cs typeface="Times New Roman"/>
              </a:rPr>
              <a:t>, but </a:t>
            </a:r>
            <a:r>
              <a:rPr sz="1200" spc="4" dirty="0" smtClean="0">
                <a:latin typeface="Times New Roman"/>
                <a:cs typeface="Times New Roman"/>
              </a:rPr>
              <a:t>t</a:t>
            </a:r>
            <a:r>
              <a:rPr sz="1200" spc="0" dirty="0" smtClean="0">
                <a:latin typeface="Times New Roman"/>
                <a:cs typeface="Times New Roman"/>
              </a:rPr>
              <a:t>h</a:t>
            </a:r>
            <a:r>
              <a:rPr sz="1200" spc="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y</a:t>
            </a:r>
            <a:r>
              <a:rPr sz="1200" spc="-25" dirty="0" smtClean="0">
                <a:latin typeface="Times New Roman"/>
                <a:cs typeface="Times New Roman"/>
              </a:rPr>
              <a:t> 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re 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lso </a:t>
            </a:r>
            <a:r>
              <a:rPr sz="1200" spc="9" dirty="0" smtClean="0">
                <a:latin typeface="Times New Roman"/>
                <a:cs typeface="Times New Roman"/>
              </a:rPr>
              <a:t>ex</a:t>
            </a:r>
            <a:r>
              <a:rPr sz="1200" spc="0" dirty="0" smtClean="0">
                <a:latin typeface="Times New Roman"/>
                <a:cs typeface="Times New Roman"/>
              </a:rPr>
              <a:t>p</a:t>
            </a:r>
            <a:r>
              <a:rPr sz="1200" spc="-4" dirty="0" smtClean="0">
                <a:latin typeface="Times New Roman"/>
                <a:cs typeface="Times New Roman"/>
              </a:rPr>
              <a:t>ec</a:t>
            </a:r>
            <a:r>
              <a:rPr sz="1200" spc="0" dirty="0" smtClean="0">
                <a:latin typeface="Times New Roman"/>
                <a:cs typeface="Times New Roman"/>
              </a:rPr>
              <a:t>ted to th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nk 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nd und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rst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nd how innov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t</a:t>
            </a:r>
            <a:r>
              <a:rPr sz="1200" spc="1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on 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nd 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ntr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9" dirty="0" smtClean="0">
                <a:latin typeface="Times New Roman"/>
                <a:cs typeface="Times New Roman"/>
              </a:rPr>
              <a:t>p</a:t>
            </a:r>
            <a:r>
              <a:rPr sz="1200" spc="0" dirty="0" smtClean="0">
                <a:latin typeface="Times New Roman"/>
                <a:cs typeface="Times New Roman"/>
              </a:rPr>
              <a:t>r</a:t>
            </a:r>
            <a:r>
              <a:rPr sz="1200" spc="-9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n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9" dirty="0" smtClean="0">
                <a:latin typeface="Times New Roman"/>
                <a:cs typeface="Times New Roman"/>
              </a:rPr>
              <a:t>u</a:t>
            </a:r>
            <a:r>
              <a:rPr sz="1200" spc="0" dirty="0" smtClean="0">
                <a:latin typeface="Times New Roman"/>
                <a:cs typeface="Times New Roman"/>
              </a:rPr>
              <a:t>rship wo</a:t>
            </a:r>
            <a:r>
              <a:rPr sz="1200" spc="-4" dirty="0" smtClean="0">
                <a:latin typeface="Times New Roman"/>
                <a:cs typeface="Times New Roman"/>
              </a:rPr>
              <a:t>r</a:t>
            </a:r>
            <a:r>
              <a:rPr sz="1200" spc="0" dirty="0" smtClean="0">
                <a:latin typeface="Times New Roman"/>
                <a:cs typeface="Times New Roman"/>
              </a:rPr>
              <a:t>ks. The</a:t>
            </a:r>
            <a:r>
              <a:rPr sz="1200" spc="-4" dirty="0" smtClean="0">
                <a:latin typeface="Times New Roman"/>
                <a:cs typeface="Times New Roman"/>
              </a:rPr>
              <a:t> a</a:t>
            </a:r>
            <a:r>
              <a:rPr sz="1200" spc="0" dirty="0" smtClean="0">
                <a:latin typeface="Times New Roman"/>
                <a:cs typeface="Times New Roman"/>
              </a:rPr>
              <a:t>mb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t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on f</a:t>
            </a:r>
            <a:r>
              <a:rPr sz="1200" spc="-4" dirty="0" smtClean="0">
                <a:latin typeface="Times New Roman"/>
                <a:cs typeface="Times New Roman"/>
              </a:rPr>
              <a:t>o</a:t>
            </a:r>
            <a:r>
              <a:rPr sz="1200" spc="0" dirty="0" smtClean="0">
                <a:latin typeface="Times New Roman"/>
                <a:cs typeface="Times New Roman"/>
              </a:rPr>
              <a:t>r</a:t>
            </a:r>
            <a:r>
              <a:rPr sz="1200" spc="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the MSc</a:t>
            </a:r>
            <a:r>
              <a:rPr sz="1200" spc="-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B</a:t>
            </a:r>
            <a:r>
              <a:rPr sz="1200" spc="-1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G p</a:t>
            </a:r>
            <a:r>
              <a:rPr sz="1200" spc="-4" dirty="0" smtClean="0">
                <a:latin typeface="Times New Roman"/>
                <a:cs typeface="Times New Roman"/>
              </a:rPr>
              <a:t>r</a:t>
            </a:r>
            <a:r>
              <a:rPr sz="1200" spc="0" dirty="0" smtClean="0">
                <a:latin typeface="Times New Roman"/>
                <a:cs typeface="Times New Roman"/>
              </a:rPr>
              <a:t>ogr</a:t>
            </a:r>
            <a:r>
              <a:rPr sz="1200" spc="-9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m</a:t>
            </a:r>
            <a:r>
              <a:rPr sz="1200" spc="4" dirty="0" smtClean="0">
                <a:latin typeface="Times New Roman"/>
                <a:cs typeface="Times New Roman"/>
              </a:rPr>
              <a:t>m</a:t>
            </a:r>
            <a:r>
              <a:rPr sz="1200" spc="0" dirty="0" smtClean="0">
                <a:latin typeface="Times New Roman"/>
                <a:cs typeface="Times New Roman"/>
              </a:rPr>
              <a:t>e</a:t>
            </a:r>
            <a:r>
              <a:rPr sz="1200" spc="-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is </a:t>
            </a:r>
            <a:r>
              <a:rPr sz="1200" spc="4" dirty="0" smtClean="0">
                <a:latin typeface="Times New Roman"/>
                <a:cs typeface="Times New Roman"/>
              </a:rPr>
              <a:t>t</a:t>
            </a:r>
            <a:r>
              <a:rPr sz="1200" spc="0" dirty="0" smtClean="0">
                <a:latin typeface="Times New Roman"/>
                <a:cs typeface="Times New Roman"/>
              </a:rPr>
              <a:t>o d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v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l</a:t>
            </a:r>
            <a:r>
              <a:rPr sz="1200" spc="4" dirty="0" smtClean="0">
                <a:latin typeface="Times New Roman"/>
                <a:cs typeface="Times New Roman"/>
              </a:rPr>
              <a:t>o</a:t>
            </a:r>
            <a:r>
              <a:rPr sz="1200" spc="0" dirty="0" smtClean="0">
                <a:latin typeface="Times New Roman"/>
                <a:cs typeface="Times New Roman"/>
              </a:rPr>
              <a:t>p</a:t>
            </a:r>
            <a:r>
              <a:rPr sz="1200" spc="9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dur</a:t>
            </a:r>
            <a:r>
              <a:rPr sz="1200" spc="-9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ble skills </a:t>
            </a:r>
            <a:r>
              <a:rPr sz="1200" spc="4" dirty="0" smtClean="0">
                <a:latin typeface="Times New Roman"/>
                <a:cs typeface="Times New Roman"/>
              </a:rPr>
              <a:t>t</a:t>
            </a:r>
            <a:r>
              <a:rPr sz="1200" spc="0" dirty="0" smtClean="0">
                <a:latin typeface="Times New Roman"/>
                <a:cs typeface="Times New Roman"/>
              </a:rPr>
              <a:t>h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t pr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p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4" dirty="0" smtClean="0">
                <a:latin typeface="Times New Roman"/>
                <a:cs typeface="Times New Roman"/>
              </a:rPr>
              <a:t>r</a:t>
            </a:r>
            <a:r>
              <a:rPr sz="1200" spc="0" dirty="0" smtClean="0">
                <a:latin typeface="Times New Roman"/>
                <a:cs typeface="Times New Roman"/>
              </a:rPr>
              <a:t>e</a:t>
            </a:r>
            <a:r>
              <a:rPr sz="1200" spc="-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students for</a:t>
            </a:r>
            <a:r>
              <a:rPr sz="1200" spc="-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the jobs m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rk</a:t>
            </a:r>
            <a:r>
              <a:rPr sz="1200" spc="-9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t.</a:t>
            </a:r>
            <a:r>
              <a:rPr sz="1200" spc="14" dirty="0" smtClean="0">
                <a:latin typeface="Times New Roman"/>
                <a:cs typeface="Times New Roman"/>
              </a:rPr>
              <a:t> </a:t>
            </a:r>
            <a:r>
              <a:rPr sz="1200" spc="-1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n th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s</a:t>
            </a:r>
            <a:endParaRPr sz="1200">
              <a:latin typeface="Times New Roman"/>
              <a:cs typeface="Times New Roman"/>
            </a:endParaRPr>
          </a:p>
          <a:p>
            <a:pPr marL="12700" marR="130454">
              <a:lnSpc>
                <a:spcPts val="1380"/>
              </a:lnSpc>
              <a:spcBef>
                <a:spcPts val="84"/>
              </a:spcBef>
            </a:pPr>
            <a:r>
              <a:rPr sz="1200" spc="0" dirty="0" smtClean="0">
                <a:latin typeface="Times New Roman"/>
                <a:cs typeface="Times New Roman"/>
              </a:rPr>
              <a:t>r</a:t>
            </a:r>
            <a:r>
              <a:rPr sz="1200" spc="-9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spe</a:t>
            </a:r>
            <a:r>
              <a:rPr sz="1200" spc="-9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t, </a:t>
            </a:r>
            <a:r>
              <a:rPr sz="1200" spc="4" dirty="0" smtClean="0">
                <a:latin typeface="Times New Roman"/>
                <a:cs typeface="Times New Roman"/>
              </a:rPr>
              <a:t>t</a:t>
            </a:r>
            <a:r>
              <a:rPr sz="1200" spc="0" dirty="0" smtClean="0">
                <a:latin typeface="Times New Roman"/>
                <a:cs typeface="Times New Roman"/>
              </a:rPr>
              <a:t>h</a:t>
            </a:r>
            <a:r>
              <a:rPr sz="1200" spc="19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y</a:t>
            </a:r>
            <a:r>
              <a:rPr sz="1200" spc="-14" dirty="0" smtClean="0">
                <a:latin typeface="Times New Roman"/>
                <a:cs typeface="Times New Roman"/>
              </a:rPr>
              <a:t> 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onsid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r it </a:t>
            </a:r>
            <a:r>
              <a:rPr sz="1200" spc="1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mport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nt </a:t>
            </a:r>
            <a:r>
              <a:rPr sz="1200" spc="4" dirty="0" smtClean="0">
                <a:latin typeface="Times New Roman"/>
                <a:cs typeface="Times New Roman"/>
              </a:rPr>
              <a:t>t</a:t>
            </a:r>
            <a:r>
              <a:rPr sz="1200" spc="0" dirty="0" smtClean="0">
                <a:latin typeface="Times New Roman"/>
                <a:cs typeface="Times New Roman"/>
              </a:rPr>
              <a:t>o l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ise </a:t>
            </a:r>
            <a:r>
              <a:rPr sz="1200" spc="-4" dirty="0" smtClean="0">
                <a:latin typeface="Times New Roman"/>
                <a:cs typeface="Times New Roman"/>
              </a:rPr>
              <a:t>w</a:t>
            </a:r>
            <a:r>
              <a:rPr sz="1200" spc="0" dirty="0" smtClean="0">
                <a:latin typeface="Times New Roman"/>
                <a:cs typeface="Times New Roman"/>
              </a:rPr>
              <a:t>i</a:t>
            </a:r>
            <a:r>
              <a:rPr sz="1200" spc="4" dirty="0" smtClean="0">
                <a:latin typeface="Times New Roman"/>
                <a:cs typeface="Times New Roman"/>
              </a:rPr>
              <a:t>t</a:t>
            </a:r>
            <a:r>
              <a:rPr sz="1200" spc="0" dirty="0" smtClean="0">
                <a:latin typeface="Times New Roman"/>
                <a:cs typeface="Times New Roman"/>
              </a:rPr>
              <a:t>h busin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ss and </a:t>
            </a:r>
            <a:r>
              <a:rPr sz="1200" spc="-14" dirty="0" smtClean="0">
                <a:latin typeface="Times New Roman"/>
                <a:cs typeface="Times New Roman"/>
              </a:rPr>
              <a:t>g</a:t>
            </a:r>
            <a:r>
              <a:rPr sz="1200" spc="0" dirty="0" smtClean="0">
                <a:latin typeface="Times New Roman"/>
                <a:cs typeface="Times New Roman"/>
              </a:rPr>
              <a:t>o</a:t>
            </a:r>
            <a:r>
              <a:rPr sz="1200" spc="9" dirty="0" smtClean="0">
                <a:latin typeface="Times New Roman"/>
                <a:cs typeface="Times New Roman"/>
              </a:rPr>
              <a:t>v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rnm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nt </a:t>
            </a:r>
            <a:r>
              <a:rPr sz="1200" spc="14" dirty="0" smtClean="0">
                <a:latin typeface="Times New Roman"/>
                <a:cs typeface="Times New Roman"/>
              </a:rPr>
              <a:t>t</a:t>
            </a:r>
            <a:r>
              <a:rPr sz="1200" spc="0" dirty="0" smtClean="0">
                <a:latin typeface="Times New Roman"/>
                <a:cs typeface="Times New Roman"/>
              </a:rPr>
              <a:t>o pr</a:t>
            </a:r>
            <a:r>
              <a:rPr sz="1200" spc="-4" dirty="0" smtClean="0">
                <a:latin typeface="Times New Roman"/>
                <a:cs typeface="Times New Roman"/>
              </a:rPr>
              <a:t>o</a:t>
            </a:r>
            <a:r>
              <a:rPr sz="1200" spc="0" dirty="0" smtClean="0">
                <a:latin typeface="Times New Roman"/>
                <a:cs typeface="Times New Roman"/>
              </a:rPr>
              <a:t>vide stud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nts with p</a:t>
            </a:r>
            <a:r>
              <a:rPr sz="1200" spc="4" dirty="0" smtClean="0">
                <a:latin typeface="Times New Roman"/>
                <a:cs typeface="Times New Roman"/>
              </a:rPr>
              <a:t>l</a:t>
            </a:r>
            <a:r>
              <a:rPr sz="1200" spc="-4" dirty="0" smtClean="0">
                <a:latin typeface="Times New Roman"/>
                <a:cs typeface="Times New Roman"/>
              </a:rPr>
              <a:t>ace</a:t>
            </a:r>
            <a:r>
              <a:rPr sz="1200" spc="0" dirty="0" smtClean="0">
                <a:latin typeface="Times New Roman"/>
                <a:cs typeface="Times New Roman"/>
              </a:rPr>
              <a:t>ments 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nd op</a:t>
            </a:r>
            <a:r>
              <a:rPr sz="1200" spc="9" dirty="0" smtClean="0">
                <a:latin typeface="Times New Roman"/>
                <a:cs typeface="Times New Roman"/>
              </a:rPr>
              <a:t>p</a:t>
            </a:r>
            <a:r>
              <a:rPr sz="1200" spc="0" dirty="0" smtClean="0">
                <a:latin typeface="Times New Roman"/>
                <a:cs typeface="Times New Roman"/>
              </a:rPr>
              <a:t>o</a:t>
            </a:r>
            <a:r>
              <a:rPr sz="1200" spc="-4" dirty="0" smtClean="0">
                <a:latin typeface="Times New Roman"/>
                <a:cs typeface="Times New Roman"/>
              </a:rPr>
              <a:t>r</a:t>
            </a:r>
            <a:r>
              <a:rPr sz="1200" spc="0" dirty="0" smtClean="0">
                <a:latin typeface="Times New Roman"/>
                <a:cs typeface="Times New Roman"/>
              </a:rPr>
              <a:t>tun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t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s for</a:t>
            </a:r>
            <a:r>
              <a:rPr sz="1200" spc="-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wo</a:t>
            </a:r>
            <a:r>
              <a:rPr sz="1200" spc="-4" dirty="0" smtClean="0">
                <a:latin typeface="Times New Roman"/>
                <a:cs typeface="Times New Roman"/>
              </a:rPr>
              <a:t>r</a:t>
            </a:r>
            <a:r>
              <a:rPr sz="1200" spc="4" dirty="0" smtClean="0">
                <a:latin typeface="Times New Roman"/>
                <a:cs typeface="Times New Roman"/>
              </a:rPr>
              <a:t>k</a:t>
            </a:r>
            <a:r>
              <a:rPr sz="1200" spc="-4" dirty="0" smtClean="0">
                <a:latin typeface="Times New Roman"/>
                <a:cs typeface="Times New Roman"/>
              </a:rPr>
              <a:t>-</a:t>
            </a:r>
            <a:r>
              <a:rPr sz="1200" spc="9" dirty="0" smtClean="0">
                <a:latin typeface="Times New Roman"/>
                <a:cs typeface="Times New Roman"/>
              </a:rPr>
              <a:t>b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s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d</a:t>
            </a:r>
            <a:r>
              <a:rPr sz="1200" spc="9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dis</a:t>
            </a:r>
            <a:r>
              <a:rPr sz="1200" spc="4" dirty="0" smtClean="0">
                <a:latin typeface="Times New Roman"/>
                <a:cs typeface="Times New Roman"/>
              </a:rPr>
              <a:t>s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rt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t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ons th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t enh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n</a:t>
            </a:r>
            <a:r>
              <a:rPr sz="1200" spc="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e</a:t>
            </a:r>
            <a:r>
              <a:rPr sz="1200" spc="-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their</a:t>
            </a:r>
            <a:r>
              <a:rPr sz="1200" spc="-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skil</a:t>
            </a:r>
            <a:r>
              <a:rPr sz="1200" spc="4" dirty="0" smtClean="0">
                <a:latin typeface="Times New Roman"/>
                <a:cs typeface="Times New Roman"/>
              </a:rPr>
              <a:t>l</a:t>
            </a:r>
            <a:r>
              <a:rPr sz="1200" spc="0" dirty="0" smtClean="0">
                <a:latin typeface="Times New Roman"/>
                <a:cs typeface="Times New Roman"/>
              </a:rPr>
              <a:t>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74216" y="6386738"/>
            <a:ext cx="5871771" cy="33716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350" algn="just">
              <a:lnSpc>
                <a:spcPts val="1280"/>
              </a:lnSpc>
              <a:spcBef>
                <a:spcPts val="64"/>
              </a:spcBef>
            </a:pPr>
            <a:r>
              <a:rPr sz="1150" spc="0" dirty="0" smtClean="0">
                <a:latin typeface="Georgia"/>
                <a:cs typeface="Georgia"/>
              </a:rPr>
              <a:t>Mr 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nio </a:t>
            </a:r>
            <a:r>
              <a:rPr sz="1150" spc="3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nie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 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 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r 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ex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t, 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a 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ese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 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ol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A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4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 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ese</a:t>
            </a:r>
            <a:r>
              <a:rPr sz="1150" spc="0" dirty="0" smtClean="0">
                <a:latin typeface="Georgia"/>
                <a:cs typeface="Georgia"/>
              </a:rPr>
              <a:t>nted</a:t>
            </a:r>
            <a:endParaRPr sz="1150">
              <a:latin typeface="Georgia"/>
              <a:cs typeface="Georgia"/>
            </a:endParaRPr>
          </a:p>
          <a:p>
            <a:pPr marL="12700" marR="1490" algn="just">
              <a:lnSpc>
                <a:spcPct val="94780"/>
              </a:lnSpc>
            </a:pP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OP</a:t>
            </a:r>
            <a:r>
              <a:rPr sz="1150" spc="0" dirty="0" smtClean="0">
                <a:latin typeface="Georgia"/>
                <a:cs typeface="Georgia"/>
              </a:rPr>
              <a:t>’s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view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topic.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 pa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ticu</a:t>
            </a:r>
            <a:r>
              <a:rPr sz="1150" spc="-4" dirty="0" smtClean="0">
                <a:latin typeface="Georgia"/>
                <a:cs typeface="Georgia"/>
              </a:rPr>
              <a:t>lar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highl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ghted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1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v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vi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l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ake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9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igni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tional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gy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uppo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3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y.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 pa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ticu</a:t>
            </a:r>
            <a:r>
              <a:rPr sz="1150" spc="-4" dirty="0" smtClean="0">
                <a:latin typeface="Georgia"/>
                <a:cs typeface="Georgia"/>
              </a:rPr>
              <a:t>lar</a:t>
            </a:r>
            <a:r>
              <a:rPr sz="1150" spc="0" dirty="0" smtClean="0">
                <a:latin typeface="Georgia"/>
                <a:cs typeface="Georgia"/>
              </a:rPr>
              <a:t>, 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 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gave 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 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exa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ple   of 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tional  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inin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, 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wi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 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 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t informat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on 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  be  ga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ic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1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-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(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urs</a:t>
            </a:r>
            <a:r>
              <a:rPr sz="1150" spc="0" dirty="0" smtClean="0">
                <a:latin typeface="Georgia"/>
                <a:cs typeface="Georgia"/>
              </a:rPr>
              <a:t>), 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-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(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ll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ca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ting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gen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 a</a:t>
            </a:r>
            <a:r>
              <a:rPr sz="1150" spc="0" dirty="0" smtClean="0">
                <a:latin typeface="Georgia"/>
                <a:cs typeface="Georgia"/>
              </a:rPr>
              <a:t>nd b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)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1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d me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- (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tor)</a:t>
            </a:r>
            <a:r>
              <a:rPr sz="1150" spc="-4" dirty="0" smtClean="0">
                <a:latin typeface="Georgia"/>
                <a:cs typeface="Georgia"/>
              </a:rPr>
              <a:t> le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  <a:p>
            <a:pPr marL="12700" algn="just">
              <a:lnSpc>
                <a:spcPct val="94685"/>
              </a:lnSpc>
            </a:pPr>
            <a:r>
              <a:rPr sz="1150" spc="0" dirty="0" smtClean="0">
                <a:latin typeface="Georgia"/>
                <a:cs typeface="Georgia"/>
              </a:rPr>
              <a:t>Mr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pani</a:t>
            </a:r>
            <a:r>
              <a:rPr sz="1150" spc="4" dirty="0" smtClean="0">
                <a:latin typeface="Georgia"/>
                <a:cs typeface="Georgia"/>
              </a:rPr>
              <a:t> P</a:t>
            </a:r>
            <a:r>
              <a:rPr sz="1150" spc="0" dirty="0" smtClean="0">
                <a:latin typeface="Georgia"/>
                <a:cs typeface="Georgia"/>
              </a:rPr>
              <a:t>öy</a:t>
            </a:r>
            <a:r>
              <a:rPr sz="1150" spc="-4" dirty="0" smtClean="0">
                <a:latin typeface="Georgia"/>
                <a:cs typeface="Georgia"/>
              </a:rPr>
              <a:t>kk</a:t>
            </a:r>
            <a:r>
              <a:rPr sz="1150" spc="4" dirty="0" smtClean="0">
                <a:latin typeface="Georgia"/>
                <a:cs typeface="Georgia"/>
              </a:rPr>
              <a:t>ö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se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Dev</a:t>
            </a:r>
            <a:r>
              <a:rPr sz="1150" spc="-4" dirty="0" smtClean="0">
                <a:latin typeface="Georgia"/>
                <a:cs typeface="Georgia"/>
              </a:rPr>
              <a:t>el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 the 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MK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ers</a:t>
            </a:r>
            <a:r>
              <a:rPr sz="1150" spc="0" dirty="0" smtClean="0">
                <a:latin typeface="Georgia"/>
                <a:cs typeface="Georgia"/>
              </a:rPr>
              <a:t>ity  of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, 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sse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  of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having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 bet</a:t>
            </a:r>
            <a:r>
              <a:rPr sz="1150" spc="-4" dirty="0" smtClean="0">
                <a:latin typeface="Georgia"/>
                <a:cs typeface="Georgia"/>
              </a:rPr>
              <a:t>te</a:t>
            </a:r>
            <a:r>
              <a:rPr sz="1150" spc="0" dirty="0" smtClean="0">
                <a:latin typeface="Georgia"/>
                <a:cs typeface="Georgia"/>
              </a:rPr>
              <a:t>r 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nition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om</a:t>
            </a:r>
            <a:r>
              <a:rPr sz="1150" spc="0" dirty="0" smtClean="0">
                <a:latin typeface="Georgia"/>
                <a:cs typeface="Georgia"/>
              </a:rPr>
              <a:t>y,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pecia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ak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lea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tin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w</a:t>
            </a:r>
            <a:r>
              <a:rPr sz="1150" spc="0" dirty="0" smtClean="0">
                <a:latin typeface="Georgia"/>
                <a:cs typeface="Georgia"/>
              </a:rPr>
              <a:t>ith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gen</a:t>
            </a:r>
            <a:r>
              <a:rPr sz="1150" spc="-4" dirty="0" smtClean="0">
                <a:latin typeface="Georgia"/>
                <a:cs typeface="Georgia"/>
              </a:rPr>
              <a:t>era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3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‘gr</a:t>
            </a:r>
            <a:r>
              <a:rPr sz="1150" spc="-4" dirty="0" smtClean="0">
                <a:latin typeface="Georgia"/>
                <a:cs typeface="Georgia"/>
              </a:rPr>
              <a:t>ee</a:t>
            </a:r>
            <a:r>
              <a:rPr sz="1150" spc="0" dirty="0" smtClean="0">
                <a:latin typeface="Georgia"/>
                <a:cs typeface="Georgia"/>
              </a:rPr>
              <a:t>n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y’.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O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this pro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has be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k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a</a:t>
            </a:r>
            <a:r>
              <a:rPr sz="1150" spc="0" dirty="0" smtClean="0">
                <a:latin typeface="Georgia"/>
                <a:cs typeface="Georgia"/>
              </a:rPr>
              <a:t>ny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pecific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ining progr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mm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have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ound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pecific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int,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w</a:t>
            </a:r>
            <a:r>
              <a:rPr sz="1150" spc="0" dirty="0" smtClean="0">
                <a:latin typeface="Georgia"/>
                <a:cs typeface="Georgia"/>
              </a:rPr>
              <a:t>hi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 br</a:t>
            </a:r>
            <a:r>
              <a:rPr sz="1150" spc="-4" dirty="0" smtClean="0">
                <a:latin typeface="Georgia"/>
                <a:cs typeface="Georgia"/>
              </a:rPr>
              <a:t>eak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5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nta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ity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betw</a:t>
            </a:r>
            <a:r>
              <a:rPr sz="1150" spc="-4" dirty="0" smtClean="0">
                <a:latin typeface="Georgia"/>
                <a:cs typeface="Georgia"/>
              </a:rPr>
              <a:t>ee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tional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ct</a:t>
            </a:r>
            <a:r>
              <a:rPr sz="1150" spc="0" dirty="0" smtClean="0">
                <a:latin typeface="Georgia"/>
                <a:cs typeface="Georgia"/>
              </a:rPr>
              <a:t>ors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ord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have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5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erar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hing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v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5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ble to prope</a:t>
            </a:r>
            <a:r>
              <a:rPr sz="1150" spc="-4" dirty="0" smtClean="0">
                <a:latin typeface="Georgia"/>
                <a:cs typeface="Georgia"/>
              </a:rPr>
              <a:t>rl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4" dirty="0" smtClean="0">
                <a:latin typeface="Georgia"/>
                <a:cs typeface="Georgia"/>
              </a:rPr>
              <a:t> 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 ex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  <a:p>
            <a:pPr marL="12700" marR="650" algn="just">
              <a:lnSpc>
                <a:spcPct val="94591"/>
              </a:lnSpc>
            </a:pP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Ta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tci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0" dirty="0" smtClean="0">
                <a:latin typeface="Georgia"/>
                <a:cs typeface="Georgia"/>
              </a:rPr>
              <a:t>or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ty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Bah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ese</a:t>
            </a:r>
            <a:r>
              <a:rPr sz="1150" spc="0" dirty="0" smtClean="0">
                <a:latin typeface="Georgia"/>
                <a:cs typeface="Georgia"/>
              </a:rPr>
              <a:t>hir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ers</a:t>
            </a:r>
            <a:r>
              <a:rPr sz="1150" spc="0" dirty="0" smtClean="0">
                <a:latin typeface="Georgia"/>
                <a:cs typeface="Georgia"/>
              </a:rPr>
              <a:t>ity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 pr</a:t>
            </a:r>
            <a:r>
              <a:rPr sz="1150" spc="-4" dirty="0" smtClean="0">
                <a:latin typeface="Georgia"/>
                <a:cs typeface="Georgia"/>
              </a:rPr>
              <a:t>ese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pecific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tions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ou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ns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our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y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rea</a:t>
            </a:r>
            <a:r>
              <a:rPr sz="1150" spc="9" dirty="0" smtClean="0">
                <a:latin typeface="Georgia"/>
                <a:cs typeface="Georgia"/>
              </a:rPr>
              <a:t>d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op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 for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tioni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19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ticu</a:t>
            </a:r>
            <a:r>
              <a:rPr sz="1150" spc="-4" dirty="0" smtClean="0">
                <a:latin typeface="Georgia"/>
                <a:cs typeface="Georgia"/>
              </a:rPr>
              <a:t>lar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dd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tional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ou</a:t>
            </a:r>
            <a:r>
              <a:rPr sz="1150" spc="-4" dirty="0" smtClean="0">
                <a:latin typeface="Georgia"/>
                <a:cs typeface="Georgia"/>
              </a:rPr>
              <a:t>rs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nts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inabi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informat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 </a:t>
            </a:r>
            <a:r>
              <a:rPr sz="1150" spc="-4" dirty="0" smtClean="0">
                <a:latin typeface="Georgia"/>
                <a:cs typeface="Georgia"/>
              </a:rPr>
              <a:t>exa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ple</a:t>
            </a:r>
            <a:r>
              <a:rPr sz="1150" spc="21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23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22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22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org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23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22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indu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y,</a:t>
            </a:r>
            <a:r>
              <a:rPr sz="1150" spc="22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1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we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21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17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22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progr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9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1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22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publ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, to 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x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exa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, how to 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9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wa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 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od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upply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in.</a:t>
            </a:r>
            <a:endParaRPr sz="1150">
              <a:latin typeface="Georgia"/>
              <a:cs typeface="Georgia"/>
            </a:endParaRPr>
          </a:p>
          <a:p>
            <a:pPr marR="26324" algn="r">
              <a:lnSpc>
                <a:spcPct val="101725"/>
              </a:lnSpc>
              <a:spcBef>
                <a:spcPts val="320"/>
              </a:spcBef>
            </a:pPr>
            <a:r>
              <a:rPr sz="1100" spc="0" dirty="0" smtClean="0">
                <a:latin typeface="Calibri"/>
                <a:cs typeface="Calibri"/>
              </a:rPr>
              <a:t>7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60311" y="3881247"/>
            <a:ext cx="6653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1821648" y="3881247"/>
            <a:ext cx="6684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1991341" y="3881247"/>
            <a:ext cx="6631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2410981" y="3881247"/>
            <a:ext cx="6554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2627684" y="3881247"/>
            <a:ext cx="6507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3136172" y="3881247"/>
            <a:ext cx="6791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3444720" y="3881247"/>
            <a:ext cx="6568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4487451" y="3881247"/>
            <a:ext cx="6654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4704512" y="3881247"/>
            <a:ext cx="6571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5510679" y="3881247"/>
            <a:ext cx="6553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024846" y="3881247"/>
            <a:ext cx="6621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6658813" y="3881247"/>
            <a:ext cx="6603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485775" y="612140"/>
            <a:ext cx="6396990" cy="705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74216" y="1655607"/>
            <a:ext cx="5868757" cy="6700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645" algn="just">
              <a:lnSpc>
                <a:spcPts val="1280"/>
              </a:lnSpc>
              <a:spcBef>
                <a:spcPts val="64"/>
              </a:spcBef>
            </a:pPr>
            <a:r>
              <a:rPr sz="1150" spc="-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  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  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ints  </a:t>
            </a:r>
            <a:r>
              <a:rPr sz="1150" spc="5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  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 </a:t>
            </a:r>
            <a:r>
              <a:rPr sz="1150" spc="7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de</a:t>
            </a:r>
            <a:r>
              <a:rPr sz="1150" spc="0" dirty="0" smtClean="0">
                <a:latin typeface="Georgia"/>
                <a:cs typeface="Georgia"/>
              </a:rPr>
              <a:t>d:  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ining  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publ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c  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offici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s  </a:t>
            </a:r>
            <a:r>
              <a:rPr sz="1150" spc="5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  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endParaRPr sz="1150">
              <a:latin typeface="Georgia"/>
              <a:cs typeface="Georgia"/>
            </a:endParaRPr>
          </a:p>
          <a:p>
            <a:pPr marL="12700" algn="just">
              <a:lnSpc>
                <a:spcPct val="94780"/>
              </a:lnSpc>
            </a:pP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y;</a:t>
            </a:r>
            <a:r>
              <a:rPr sz="1150" spc="21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ig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20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dvan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21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ining</a:t>
            </a:r>
            <a:r>
              <a:rPr sz="1150" spc="21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19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un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ploy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21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20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20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prof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1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;</a:t>
            </a:r>
            <a:r>
              <a:rPr sz="1150" spc="21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 we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bui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unity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wa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s 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x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ds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new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dia bec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publ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wa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 </a:t>
            </a:r>
            <a:r>
              <a:rPr sz="1150" spc="4" dirty="0" smtClean="0">
                <a:latin typeface="Georgia"/>
                <a:cs typeface="Georgia"/>
              </a:rPr>
              <a:t>ma</a:t>
            </a:r>
            <a:r>
              <a:rPr sz="1150" spc="0" dirty="0" smtClean="0">
                <a:latin typeface="Georgia"/>
                <a:cs typeface="Georgia"/>
              </a:rPr>
              <a:t>king the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 s</a:t>
            </a:r>
            <a:r>
              <a:rPr sz="1150" spc="0" dirty="0" smtClean="0">
                <a:latin typeface="Georgia"/>
                <a:cs typeface="Georgia"/>
              </a:rPr>
              <a:t>uc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4216" y="2652303"/>
            <a:ext cx="5870374" cy="10011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0979" algn="just">
              <a:lnSpc>
                <a:spcPts val="1280"/>
              </a:lnSpc>
              <a:spcBef>
                <a:spcPts val="64"/>
              </a:spcBef>
            </a:pP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10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ion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was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nc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-1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0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10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Ms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tina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14" dirty="0" smtClean="0">
                <a:latin typeface="Georgia"/>
                <a:cs typeface="Georgia"/>
              </a:rPr>
              <a:t>v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0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res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10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endParaRPr sz="1150">
              <a:latin typeface="Georgia"/>
              <a:cs typeface="Georgia"/>
            </a:endParaRPr>
          </a:p>
          <a:p>
            <a:pPr marL="12700" algn="just">
              <a:lnSpc>
                <a:spcPct val="94591"/>
              </a:lnSpc>
            </a:pPr>
            <a:r>
              <a:rPr sz="1150" spc="-4" dirty="0" smtClean="0">
                <a:latin typeface="Georgia"/>
                <a:cs typeface="Georgia"/>
              </a:rPr>
              <a:t>Tra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  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oject </a:t>
            </a:r>
            <a:r>
              <a:rPr sz="1150" spc="27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he  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nag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.  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   p</a:t>
            </a:r>
            <a:r>
              <a:rPr sz="1150" spc="9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tic</a:t>
            </a:r>
            <a:r>
              <a:rPr sz="1150" spc="9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lar</a:t>
            </a:r>
            <a:r>
              <a:rPr sz="1150" spc="0" dirty="0" smtClean="0">
                <a:latin typeface="Georgia"/>
                <a:cs typeface="Georgia"/>
              </a:rPr>
              <a:t>, 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he 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 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 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bl</a:t>
            </a:r>
            <a:r>
              <a:rPr sz="1150" spc="4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hing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ti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ic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s to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ns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ll</a:t>
            </a:r>
            <a:r>
              <a:rPr sz="1150" spc="0" dirty="0" smtClean="0">
                <a:latin typeface="Georgia"/>
                <a:cs typeface="Georgia"/>
              </a:rPr>
              <a:t>s 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prof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2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 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era</a:t>
            </a:r>
            <a:r>
              <a:rPr sz="1150" spc="0" dirty="0" smtClean="0">
                <a:latin typeface="Georgia"/>
                <a:cs typeface="Georgia"/>
              </a:rPr>
              <a:t>ting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l </a:t>
            </a:r>
            <a:r>
              <a:rPr sz="1150" spc="25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24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tors </a:t>
            </a:r>
            <a:r>
              <a:rPr sz="1150" spc="23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24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24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  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l </a:t>
            </a:r>
            <a:r>
              <a:rPr sz="1150" spc="25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n </a:t>
            </a:r>
            <a:r>
              <a:rPr sz="1150" spc="24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ber </a:t>
            </a:r>
            <a:r>
              <a:rPr sz="1150" spc="24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 </a:t>
            </a:r>
            <a:r>
              <a:rPr sz="1150" spc="2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She </a:t>
            </a:r>
            <a:r>
              <a:rPr sz="1150" spc="24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ls</a:t>
            </a:r>
            <a:r>
              <a:rPr sz="1150" spc="0" dirty="0" smtClean="0">
                <a:latin typeface="Georgia"/>
                <a:cs typeface="Georgia"/>
              </a:rPr>
              <a:t>o highl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ghted the 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 of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on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 on</a:t>
            </a:r>
            <a:r>
              <a:rPr sz="1150" spc="3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 h</a:t>
            </a:r>
            <a:r>
              <a:rPr sz="1150" spc="9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d,</a:t>
            </a:r>
            <a:r>
              <a:rPr sz="1150" spc="1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ic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but </a:t>
            </a:r>
            <a:r>
              <a:rPr sz="1150" spc="-4" dirty="0" smtClean="0">
                <a:latin typeface="Georgia"/>
                <a:cs typeface="Georgia"/>
              </a:rPr>
              <a:t>als</a:t>
            </a:r>
            <a:r>
              <a:rPr sz="1150" spc="0" dirty="0" smtClean="0">
                <a:latin typeface="Georgia"/>
                <a:cs typeface="Georgia"/>
              </a:rPr>
              <a:t>o t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into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id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tion the</a:t>
            </a:r>
            <a:r>
              <a:rPr sz="1150" spc="-4" dirty="0" smtClean="0">
                <a:latin typeface="Georgia"/>
                <a:cs typeface="Georgia"/>
              </a:rPr>
              <a:t> s</a:t>
            </a:r>
            <a:r>
              <a:rPr sz="1150" spc="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alle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oft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ls</a:t>
            </a:r>
            <a:r>
              <a:rPr sz="1150" spc="0" dirty="0" smtClean="0">
                <a:latin typeface="Georgia"/>
                <a:cs typeface="Georgia"/>
              </a:rPr>
              <a:t>, 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uch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4" dirty="0" smtClean="0">
                <a:latin typeface="Georgia"/>
                <a:cs typeface="Georgia"/>
              </a:rPr>
              <a:t>omm</a:t>
            </a:r>
            <a:r>
              <a:rPr sz="1150" spc="0" dirty="0" smtClean="0">
                <a:latin typeface="Georgia"/>
                <a:cs typeface="Georgia"/>
              </a:rPr>
              <a:t>un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4216" y="3890172"/>
            <a:ext cx="5744951" cy="171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80"/>
              </a:lnSpc>
              <a:spcBef>
                <a:spcPts val="64"/>
              </a:spcBef>
            </a:pPr>
            <a:r>
              <a:rPr sz="1150" b="1" u="sng" spc="-4" dirty="0" smtClean="0">
                <a:latin typeface="Georgia"/>
                <a:cs typeface="Georgia"/>
              </a:rPr>
              <a:t>S</a:t>
            </a:r>
            <a:r>
              <a:rPr sz="1150" b="1" u="sng" spc="0" dirty="0" smtClean="0">
                <a:latin typeface="Georgia"/>
                <a:cs typeface="Georgia"/>
              </a:rPr>
              <a:t>es</a:t>
            </a:r>
            <a:r>
              <a:rPr sz="1150" b="1" u="sng" spc="-4" dirty="0" smtClean="0">
                <a:latin typeface="Georgia"/>
                <a:cs typeface="Georgia"/>
              </a:rPr>
              <a:t>s</a:t>
            </a:r>
            <a:r>
              <a:rPr sz="1150" b="1" u="sng" spc="0" dirty="0" smtClean="0">
                <a:latin typeface="Georgia"/>
                <a:cs typeface="Georgia"/>
              </a:rPr>
              <a:t>ion</a:t>
            </a:r>
            <a:r>
              <a:rPr sz="1150" b="1" u="sng" spc="-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7</a:t>
            </a:r>
            <a:r>
              <a:rPr sz="1150" b="1" u="sng" spc="-9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– </a:t>
            </a:r>
            <a:r>
              <a:rPr sz="1150" b="1" u="sng" spc="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The</a:t>
            </a:r>
            <a:r>
              <a:rPr sz="1150" b="1" u="sng" spc="-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ch</a:t>
            </a:r>
            <a:r>
              <a:rPr sz="1150" b="1" u="sng" spc="-4" dirty="0" smtClean="0">
                <a:latin typeface="Georgia"/>
                <a:cs typeface="Georgia"/>
              </a:rPr>
              <a:t>a</a:t>
            </a:r>
            <a:r>
              <a:rPr sz="1150" b="1" u="sng" spc="0" dirty="0" smtClean="0">
                <a:latin typeface="Georgia"/>
                <a:cs typeface="Georgia"/>
              </a:rPr>
              <a:t>l</a:t>
            </a:r>
            <a:r>
              <a:rPr sz="1150" b="1" u="sng" spc="9" dirty="0" smtClean="0">
                <a:latin typeface="Georgia"/>
                <a:cs typeface="Georgia"/>
              </a:rPr>
              <a:t>l</a:t>
            </a:r>
            <a:r>
              <a:rPr sz="1150" b="1" u="sng" spc="0" dirty="0" smtClean="0">
                <a:latin typeface="Georgia"/>
                <a:cs typeface="Georgia"/>
              </a:rPr>
              <a:t>en</a:t>
            </a:r>
            <a:r>
              <a:rPr sz="1150" b="1" u="sng" spc="-4" dirty="0" smtClean="0">
                <a:latin typeface="Georgia"/>
                <a:cs typeface="Georgia"/>
              </a:rPr>
              <a:t>g</a:t>
            </a:r>
            <a:r>
              <a:rPr sz="1150" b="1" u="sng" spc="0" dirty="0" smtClean="0">
                <a:latin typeface="Georgia"/>
                <a:cs typeface="Georgia"/>
              </a:rPr>
              <a:t>e</a:t>
            </a:r>
            <a:r>
              <a:rPr sz="1150" b="1" u="sng" spc="-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of </a:t>
            </a:r>
            <a:r>
              <a:rPr sz="1150" b="1" u="sng" spc="-4" dirty="0" smtClean="0">
                <a:latin typeface="Georgia"/>
                <a:cs typeface="Georgia"/>
              </a:rPr>
              <a:t>s</a:t>
            </a:r>
            <a:r>
              <a:rPr sz="1150" b="1" u="sng" spc="0" dirty="0" smtClean="0">
                <a:latin typeface="Georgia"/>
                <a:cs typeface="Georgia"/>
              </a:rPr>
              <a:t>kills</a:t>
            </a:r>
            <a:r>
              <a:rPr sz="1150" b="1" u="sng" spc="-9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in</a:t>
            </a:r>
            <a:r>
              <a:rPr sz="1150" b="1" u="sng" spc="-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t</a:t>
            </a:r>
            <a:r>
              <a:rPr sz="1150" b="1" u="sng" spc="-4" dirty="0" smtClean="0">
                <a:latin typeface="Georgia"/>
                <a:cs typeface="Georgia"/>
              </a:rPr>
              <a:t>h</a:t>
            </a:r>
            <a:r>
              <a:rPr sz="1150" b="1" u="sng" spc="0" dirty="0" smtClean="0">
                <a:latin typeface="Georgia"/>
                <a:cs typeface="Georgia"/>
              </a:rPr>
              <a:t>e</a:t>
            </a:r>
            <a:r>
              <a:rPr sz="1150" b="1" u="sng" spc="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bi</a:t>
            </a:r>
            <a:r>
              <a:rPr sz="1150" b="1" u="sng" spc="9" dirty="0" smtClean="0">
                <a:latin typeface="Georgia"/>
                <a:cs typeface="Georgia"/>
              </a:rPr>
              <a:t>o</a:t>
            </a:r>
            <a:r>
              <a:rPr sz="1150" b="1" u="sng" spc="0" dirty="0" smtClean="0">
                <a:latin typeface="Georgia"/>
                <a:cs typeface="Georgia"/>
              </a:rPr>
              <a:t>econom</a:t>
            </a:r>
            <a:r>
              <a:rPr sz="1150" b="1" u="sng" spc="4" dirty="0" smtClean="0">
                <a:latin typeface="Georgia"/>
                <a:cs typeface="Georgia"/>
              </a:rPr>
              <a:t>y</a:t>
            </a:r>
            <a:r>
              <a:rPr sz="1150" b="1" u="sng" spc="0" dirty="0" smtClean="0">
                <a:latin typeface="Georgia"/>
                <a:cs typeface="Georgia"/>
              </a:rPr>
              <a:t>:</a:t>
            </a:r>
            <a:r>
              <a:rPr sz="1150" b="1" u="sng" spc="-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ac</a:t>
            </a:r>
            <a:r>
              <a:rPr sz="1150" b="1" u="sng" spc="-4" dirty="0" smtClean="0">
                <a:latin typeface="Georgia"/>
                <a:cs typeface="Georgia"/>
              </a:rPr>
              <a:t>t</a:t>
            </a:r>
            <a:r>
              <a:rPr sz="1150" b="1" u="sng" spc="0" dirty="0" smtClean="0">
                <a:latin typeface="Georgia"/>
                <a:cs typeface="Georgia"/>
              </a:rPr>
              <a:t>i</a:t>
            </a:r>
            <a:r>
              <a:rPr sz="1150" b="1" u="sng" spc="-4" dirty="0" smtClean="0">
                <a:latin typeface="Georgia"/>
                <a:cs typeface="Georgia"/>
              </a:rPr>
              <a:t>v</a:t>
            </a:r>
            <a:r>
              <a:rPr sz="1150" b="1" u="sng" spc="0" dirty="0" smtClean="0">
                <a:latin typeface="Georgia"/>
                <a:cs typeface="Georgia"/>
              </a:rPr>
              <a:t>e</a:t>
            </a:r>
            <a:r>
              <a:rPr sz="1150" b="1" u="sng" spc="-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role</a:t>
            </a:r>
            <a:r>
              <a:rPr sz="1150" b="1" u="sng" spc="-4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for policies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4216" y="4132488"/>
            <a:ext cx="5872286" cy="53249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470" algn="just">
              <a:lnSpc>
                <a:spcPts val="1280"/>
              </a:lnSpc>
              <a:spcBef>
                <a:spcPts val="64"/>
              </a:spcBef>
            </a:pP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15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5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5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152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14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was</a:t>
            </a:r>
            <a:r>
              <a:rPr sz="1150" spc="147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pen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5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15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3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14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14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1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14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Der</a:t>
            </a:r>
            <a:r>
              <a:rPr sz="1150" spc="14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Sande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endParaRPr sz="1150">
              <a:latin typeface="Georgia"/>
              <a:cs typeface="Georgia"/>
            </a:endParaRPr>
          </a:p>
          <a:p>
            <a:pPr marL="12700" algn="just">
              <a:lnSpc>
                <a:spcPct val="94496"/>
              </a:lnSpc>
            </a:pP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ber of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mm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1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e of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gio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L/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LDE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de a q</a:t>
            </a:r>
            <a:r>
              <a:rPr sz="1150" spc="9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ick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us d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la</a:t>
            </a:r>
            <a:r>
              <a:rPr sz="1150" spc="0" dirty="0" smtClean="0">
                <a:latin typeface="Georgia"/>
                <a:cs typeface="Georgia"/>
              </a:rPr>
              <a:t>un</a:t>
            </a:r>
            <a:r>
              <a:rPr sz="1150" spc="4" dirty="0" smtClean="0">
                <a:latin typeface="Georgia"/>
                <a:cs typeface="Georgia"/>
              </a:rPr>
              <a:t>ch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bate 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w</a:t>
            </a:r>
            <a:r>
              <a:rPr sz="1150" spc="0" dirty="0" smtClean="0">
                <a:latin typeface="Georgia"/>
                <a:cs typeface="Georgia"/>
              </a:rPr>
              <a:t>hi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-9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ol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9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-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aker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ou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ord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 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timu</a:t>
            </a:r>
            <a:r>
              <a:rPr sz="1150" spc="-4" dirty="0" smtClean="0">
                <a:latin typeface="Georgia"/>
                <a:cs typeface="Georgia"/>
              </a:rPr>
              <a:t>la</a:t>
            </a:r>
            <a:r>
              <a:rPr sz="1150" spc="0" dirty="0" smtClean="0">
                <a:latin typeface="Georgia"/>
                <a:cs typeface="Georgia"/>
              </a:rPr>
              <a:t>te the 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vat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ll</a:t>
            </a:r>
            <a:r>
              <a:rPr sz="1150" spc="0" dirty="0" smtClean="0">
                <a:latin typeface="Georgia"/>
                <a:cs typeface="Georgia"/>
              </a:rPr>
              <a:t>s in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y.</a:t>
            </a:r>
            <a:endParaRPr sz="1150">
              <a:latin typeface="Georgia"/>
              <a:cs typeface="Georgia"/>
            </a:endParaRPr>
          </a:p>
          <a:p>
            <a:pPr marL="12700" marR="738" algn="just">
              <a:lnSpc>
                <a:spcPct val="94685"/>
              </a:lnSpc>
            </a:pP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as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ge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puty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vat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Mini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14" dirty="0" smtClean="0">
                <a:latin typeface="Georgia"/>
                <a:cs typeface="Georgia"/>
              </a:rPr>
              <a:t>d</a:t>
            </a:r>
            <a:r>
              <a:rPr sz="1150" spc="0" dirty="0" smtClean="0">
                <a:latin typeface="Georgia"/>
                <a:cs typeface="Georgia"/>
              </a:rPr>
              <a:t>,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4" dirty="0" smtClean="0">
                <a:latin typeface="Georgia"/>
                <a:cs typeface="Georgia"/>
              </a:rPr>
              <a:t> F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–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 of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publ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od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ind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dge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und</a:t>
            </a:r>
            <a:r>
              <a:rPr sz="1150" spc="-4" dirty="0" smtClean="0">
                <a:latin typeface="Georgia"/>
                <a:cs typeface="Georgia"/>
              </a:rPr>
              <a:t>ers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has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-4" dirty="0" smtClean="0">
                <a:latin typeface="Georgia"/>
                <a:cs typeface="Georgia"/>
              </a:rPr>
              <a:t>rea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tors 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bl</a:t>
            </a:r>
            <a:r>
              <a:rPr sz="1150" spc="-4" dirty="0" smtClean="0">
                <a:latin typeface="Georgia"/>
                <a:cs typeface="Georgia"/>
              </a:rPr>
              <a:t>is</a:t>
            </a:r>
            <a:r>
              <a:rPr sz="1150" spc="0" dirty="0" smtClean="0">
                <a:latin typeface="Georgia"/>
                <a:cs typeface="Georgia"/>
              </a:rPr>
              <a:t>h 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nse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la</a:t>
            </a:r>
            <a:r>
              <a:rPr sz="1150" spc="0" dirty="0" smtClean="0">
                <a:latin typeface="Georgia"/>
                <a:cs typeface="Georgia"/>
              </a:rPr>
              <a:t>tions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 t</a:t>
            </a:r>
            <a:r>
              <a:rPr sz="1150" spc="9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e networ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s 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3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this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ga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d,</a:t>
            </a:r>
            <a:r>
              <a:rPr sz="1150" spc="4" dirty="0" smtClean="0">
                <a:latin typeface="Georgia"/>
                <a:cs typeface="Georgia"/>
              </a:rPr>
              <a:t> K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ve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od to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te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e ne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k is bui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t,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ne</a:t>
            </a:r>
            <a:r>
              <a:rPr sz="1150" spc="-4" dirty="0" smtClean="0">
                <a:latin typeface="Georgia"/>
                <a:cs typeface="Georgia"/>
              </a:rPr>
              <a:t>x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 to</a:t>
            </a:r>
            <a:r>
              <a:rPr sz="1150" spc="4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9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gend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 to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ns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 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 the 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ici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(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es</a:t>
            </a:r>
            <a:r>
              <a:rPr sz="1150" spc="-4" dirty="0" smtClean="0">
                <a:latin typeface="Georgia"/>
                <a:cs typeface="Georgia"/>
              </a:rPr>
              <a:t>ear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indu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9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25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na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w)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dd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s the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sa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e prob</a:t>
            </a:r>
            <a:r>
              <a:rPr sz="1150" spc="-4" dirty="0" smtClean="0">
                <a:latin typeface="Georgia"/>
                <a:cs typeface="Georgia"/>
              </a:rPr>
              <a:t>le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this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res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ec</a:t>
            </a:r>
            <a:r>
              <a:rPr sz="1150" spc="0" dirty="0" smtClean="0">
                <a:latin typeface="Georgia"/>
                <a:cs typeface="Georgia"/>
              </a:rPr>
              <a:t>t,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int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out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a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tto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-up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-9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pro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prob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bly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ost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te o</a:t>
            </a:r>
            <a:r>
              <a:rPr sz="1150" spc="4" dirty="0" smtClean="0">
                <a:latin typeface="Georgia"/>
                <a:cs typeface="Georgia"/>
              </a:rPr>
              <a:t>ne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-do</a:t>
            </a:r>
            <a:r>
              <a:rPr sz="1150" spc="4" dirty="0" smtClean="0">
                <a:latin typeface="Georgia"/>
                <a:cs typeface="Georgia"/>
              </a:rPr>
              <a:t>w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1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oach</a:t>
            </a:r>
            <a:r>
              <a:rPr sz="1150" spc="1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 to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d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1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this wa</a:t>
            </a:r>
            <a:r>
              <a:rPr sz="1150" spc="-4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9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ting</a:t>
            </a:r>
            <a:r>
              <a:rPr sz="1150" spc="1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k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2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1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1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icy-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aker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2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2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gend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 </a:t>
            </a:r>
            <a:r>
              <a:rPr sz="1150" spc="4" dirty="0" smtClean="0">
                <a:latin typeface="Georgia"/>
                <a:cs typeface="Georgia"/>
              </a:rPr>
              <a:t>b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 al</a:t>
            </a:r>
            <a:r>
              <a:rPr sz="1150" spc="0" dirty="0" smtClean="0">
                <a:latin typeface="Georgia"/>
                <a:cs typeface="Georgia"/>
              </a:rPr>
              <a:t>igned</a:t>
            </a:r>
            <a:r>
              <a:rPr sz="1150" spc="-4" dirty="0" smtClean="0">
                <a:latin typeface="Georgia"/>
                <a:cs typeface="Georgia"/>
              </a:rPr>
              <a:t> ar</a:t>
            </a:r>
            <a:r>
              <a:rPr sz="1150" spc="0" dirty="0" smtClean="0">
                <a:latin typeface="Georgia"/>
                <a:cs typeface="Georgia"/>
              </a:rPr>
              <a:t>ound </a:t>
            </a:r>
            <a:r>
              <a:rPr sz="1150" spc="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hem.</a:t>
            </a:r>
            <a:endParaRPr sz="1150">
              <a:latin typeface="Georgia"/>
              <a:cs typeface="Georgia"/>
            </a:endParaRPr>
          </a:p>
          <a:p>
            <a:pPr marL="12700" marR="1215" algn="just">
              <a:lnSpc>
                <a:spcPct val="94685"/>
              </a:lnSpc>
            </a:pP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  i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ue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rea</a:t>
            </a:r>
            <a:r>
              <a:rPr sz="1150" spc="0" dirty="0" smtClean="0">
                <a:latin typeface="Georgia"/>
                <a:cs typeface="Georgia"/>
              </a:rPr>
              <a:t>te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 bet</a:t>
            </a:r>
            <a:r>
              <a:rPr sz="1150" spc="4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 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din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 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hani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m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igned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gend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 w</a:t>
            </a:r>
            <a:r>
              <a:rPr sz="1150" spc="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a</a:t>
            </a:r>
            <a:r>
              <a:rPr sz="1150" spc="-4" dirty="0" smtClean="0">
                <a:latin typeface="Georgia"/>
                <a:cs typeface="Georgia"/>
              </a:rPr>
              <a:t>ls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4" dirty="0" smtClean="0">
                <a:latin typeface="Georgia"/>
                <a:cs typeface="Georgia"/>
              </a:rPr>
              <a:t> F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sc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Senior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te in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om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 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ers</a:t>
            </a:r>
            <a:r>
              <a:rPr sz="1150" spc="0" dirty="0" smtClean="0">
                <a:latin typeface="Georgia"/>
                <a:cs typeface="Georgia"/>
              </a:rPr>
              <a:t>ity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1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ol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ge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Lo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don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Ta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k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Group on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Educ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ity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7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7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Q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ic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tions</a:t>
            </a:r>
            <a:r>
              <a:rPr sz="1150" spc="18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7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8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era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18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17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olog</a:t>
            </a:r>
            <a:r>
              <a:rPr sz="1150" spc="14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18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72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le</a:t>
            </a:r>
            <a:r>
              <a:rPr sz="1150" spc="9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ba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s for</a:t>
            </a:r>
            <a:r>
              <a:rPr sz="1150" spc="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j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int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-4" dirty="0" smtClean="0">
                <a:latin typeface="Georgia"/>
                <a:cs typeface="Georgia"/>
              </a:rPr>
              <a:t>ees</a:t>
            </a:r>
            <a:r>
              <a:rPr sz="1150" spc="0" dirty="0" smtClean="0">
                <a:latin typeface="Georgia"/>
                <a:cs typeface="Georgia"/>
              </a:rPr>
              <a:t>/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ti</a:t>
            </a:r>
            <a:r>
              <a:rPr sz="1150" spc="4" dirty="0" smtClean="0">
                <a:latin typeface="Georgia"/>
                <a:cs typeface="Georgia"/>
              </a:rPr>
              <a:t>d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ip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ina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rr</a:t>
            </a:r>
            <a:r>
              <a:rPr sz="1150" spc="0" dirty="0" smtClean="0">
                <a:latin typeface="Georgia"/>
                <a:cs typeface="Georgia"/>
              </a:rPr>
              <a:t>icu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ing,</a:t>
            </a:r>
            <a:r>
              <a:rPr sz="1150" spc="3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initi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tiv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uch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 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ndu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 D</a:t>
            </a:r>
            <a:r>
              <a:rPr sz="1150" spc="4" dirty="0" smtClean="0">
                <a:latin typeface="Georgia"/>
                <a:cs typeface="Georgia"/>
              </a:rPr>
              <a:t>oc</a:t>
            </a:r>
            <a:r>
              <a:rPr sz="1150" spc="0" dirty="0" smtClean="0">
                <a:latin typeface="Georgia"/>
                <a:cs typeface="Georgia"/>
              </a:rPr>
              <a:t>tor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te 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od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ting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nt, org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-4" dirty="0" smtClean="0">
                <a:latin typeface="Georgia"/>
                <a:cs typeface="Georgia"/>
              </a:rPr>
              <a:t>ser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have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ore f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dom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org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cc</a:t>
            </a:r>
            <a:r>
              <a:rPr sz="1150" spc="0" dirty="0" smtClean="0">
                <a:latin typeface="Georgia"/>
                <a:cs typeface="Georgia"/>
              </a:rPr>
              <a:t>ord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ir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pecific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9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dd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tion,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sa</a:t>
            </a:r>
            <a:r>
              <a:rPr sz="1150" spc="0" dirty="0" smtClean="0">
                <a:latin typeface="Georgia"/>
                <a:cs typeface="Georgia"/>
              </a:rPr>
              <a:t>id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1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prof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uch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those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ging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14" dirty="0" smtClean="0">
                <a:latin typeface="Georgia"/>
                <a:cs typeface="Georgia"/>
              </a:rPr>
              <a:t>b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 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bat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26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26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2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ious</a:t>
            </a:r>
            <a:r>
              <a:rPr sz="1150" spc="2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26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le</a:t>
            </a:r>
            <a:r>
              <a:rPr sz="1150" spc="0" dirty="0" smtClean="0">
                <a:latin typeface="Georgia"/>
                <a:cs typeface="Georgia"/>
              </a:rPr>
              <a:t>gi</a:t>
            </a:r>
            <a:r>
              <a:rPr sz="1150" spc="-4" dirty="0" smtClean="0">
                <a:latin typeface="Georgia"/>
                <a:cs typeface="Georgia"/>
              </a:rPr>
              <a:t>sla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rre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  being</a:t>
            </a:r>
            <a:r>
              <a:rPr sz="1150" spc="26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26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26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24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n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arl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nt, 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with 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k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 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rea</a:t>
            </a:r>
            <a:r>
              <a:rPr sz="1150" spc="0" dirty="0" smtClean="0">
                <a:latin typeface="Georgia"/>
                <a:cs typeface="Georgia"/>
              </a:rPr>
              <a:t>ting </a:t>
            </a:r>
            <a:r>
              <a:rPr sz="1150" spc="3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le</a:t>
            </a:r>
            <a:r>
              <a:rPr sz="1150" spc="0" dirty="0" smtClean="0">
                <a:latin typeface="Georgia"/>
                <a:cs typeface="Georgia"/>
              </a:rPr>
              <a:t>gal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k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igned 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with </a:t>
            </a:r>
            <a:r>
              <a:rPr sz="1150" spc="4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 quic</a:t>
            </a:r>
            <a:r>
              <a:rPr sz="1150" spc="-4" dirty="0" smtClean="0">
                <a:latin typeface="Georgia"/>
                <a:cs typeface="Georgia"/>
              </a:rPr>
              <a:t>kl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vi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 </a:t>
            </a:r>
            <a:r>
              <a:rPr sz="1150" spc="-4" dirty="0" smtClean="0">
                <a:latin typeface="Georgia"/>
                <a:cs typeface="Georgia"/>
              </a:rPr>
              <a:t>real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4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  <a:p>
            <a:pPr marL="12700" marR="4233" algn="just">
              <a:lnSpc>
                <a:spcPts val="1340"/>
              </a:lnSpc>
              <a:spcBef>
                <a:spcPts val="87"/>
              </a:spcBef>
            </a:pP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Luca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ol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zz</a:t>
            </a:r>
            <a:r>
              <a:rPr sz="1150" spc="-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200" spc="4" dirty="0" smtClean="0">
                <a:latin typeface="Times New Roman"/>
                <a:cs typeface="Times New Roman"/>
              </a:rPr>
              <a:t>S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nior</a:t>
            </a:r>
            <a:r>
              <a:rPr sz="1200" spc="9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E</a:t>
            </a:r>
            <a:r>
              <a:rPr sz="1200" spc="9" dirty="0" smtClean="0">
                <a:latin typeface="Times New Roman"/>
                <a:cs typeface="Times New Roman"/>
              </a:rPr>
              <a:t>x</a:t>
            </a:r>
            <a:r>
              <a:rPr sz="1200" spc="-4" dirty="0" smtClean="0">
                <a:latin typeface="Times New Roman"/>
                <a:cs typeface="Times New Roman"/>
              </a:rPr>
              <a:t>ec</a:t>
            </a:r>
            <a:r>
              <a:rPr sz="1200" spc="0" dirty="0" smtClean="0">
                <a:latin typeface="Times New Roman"/>
                <a:cs typeface="Times New Roman"/>
              </a:rPr>
              <a:t>ut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ve</a:t>
            </a:r>
            <a:r>
              <a:rPr sz="1200" spc="29" dirty="0" smtClean="0">
                <a:latin typeface="Times New Roman"/>
                <a:cs typeface="Times New Roman"/>
              </a:rPr>
              <a:t> 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t</a:t>
            </a:r>
            <a:r>
              <a:rPr sz="1200" spc="29" dirty="0" smtClean="0">
                <a:latin typeface="Times New Roman"/>
                <a:cs typeface="Times New Roman"/>
              </a:rPr>
              <a:t> </a:t>
            </a:r>
            <a:r>
              <a:rPr sz="1200" spc="4" dirty="0" smtClean="0">
                <a:latin typeface="Times New Roman"/>
                <a:cs typeface="Times New Roman"/>
              </a:rPr>
              <a:t>S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ot</a:t>
            </a:r>
            <a:r>
              <a:rPr sz="1200" spc="4" dirty="0" smtClean="0">
                <a:latin typeface="Times New Roman"/>
                <a:cs typeface="Times New Roman"/>
              </a:rPr>
              <a:t>l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nd</a:t>
            </a:r>
            <a:r>
              <a:rPr sz="1200" spc="25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House,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k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ious initi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tiv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rre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ing 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nted 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 </a:t>
            </a:r>
            <a:r>
              <a:rPr sz="1150" spc="104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 </a:t>
            </a:r>
            <a:r>
              <a:rPr sz="1150" spc="9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otti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 </a:t>
            </a:r>
            <a:r>
              <a:rPr sz="1150" spc="10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1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 </a:t>
            </a:r>
            <a:r>
              <a:rPr sz="1150" spc="10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</a:t>
            </a:r>
            <a:r>
              <a:rPr sz="1150" spc="10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bl</a:t>
            </a:r>
            <a:r>
              <a:rPr sz="1150" spc="-4" dirty="0" smtClean="0">
                <a:latin typeface="Georgia"/>
                <a:cs typeface="Georgia"/>
              </a:rPr>
              <a:t>is</a:t>
            </a:r>
            <a:r>
              <a:rPr sz="1150" spc="0" dirty="0" smtClean="0">
                <a:latin typeface="Georgia"/>
                <a:cs typeface="Georgia"/>
              </a:rPr>
              <a:t>h </a:t>
            </a:r>
            <a:r>
              <a:rPr sz="1150" spc="104" dirty="0" smtClean="0">
                <a:latin typeface="Georgia"/>
                <a:cs typeface="Georgia"/>
              </a:rPr>
              <a:t> </a:t>
            </a:r>
            <a:r>
              <a:rPr sz="1150" spc="2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endParaRPr sz="1150">
              <a:latin typeface="Georgia"/>
              <a:cs typeface="Georgia"/>
            </a:endParaRPr>
          </a:p>
          <a:p>
            <a:pPr marL="12700" marR="6716" algn="just">
              <a:lnSpc>
                <a:spcPts val="1290"/>
              </a:lnSpc>
            </a:pP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ici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wab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e-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gy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tor.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beg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y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9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dy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cl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endParaRPr sz="1150">
              <a:latin typeface="Georgia"/>
              <a:cs typeface="Georgia"/>
            </a:endParaRPr>
          </a:p>
          <a:p>
            <a:pPr marL="12700" marR="5517" algn="just">
              <a:lnSpc>
                <a:spcPct val="94307"/>
              </a:lnSpc>
            </a:pP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ost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gent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ge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1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pani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era</a:t>
            </a:r>
            <a:r>
              <a:rPr sz="1150" spc="0" dirty="0" smtClean="0">
                <a:latin typeface="Georgia"/>
                <a:cs typeface="Georgia"/>
              </a:rPr>
              <a:t>ti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 in</a:t>
            </a:r>
            <a:r>
              <a:rPr sz="1150" spc="27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</a:t>
            </a:r>
            <a:r>
              <a:rPr sz="1150" spc="27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ining 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. 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  this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ga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d,</a:t>
            </a:r>
            <a:r>
              <a:rPr sz="1150" spc="2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  has</a:t>
            </a:r>
            <a:r>
              <a:rPr sz="1150" spc="26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oi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27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ell</a:t>
            </a:r>
            <a:r>
              <a:rPr sz="1150" spc="0" dirty="0" smtClean="0">
                <a:latin typeface="Georgia"/>
                <a:cs typeface="Georgia"/>
              </a:rPr>
              <a:t>or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o an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-4" dirty="0" smtClean="0">
                <a:latin typeface="Georgia"/>
                <a:cs typeface="Georgia"/>
              </a:rPr>
              <a:t> s</a:t>
            </a:r>
            <a:r>
              <a:rPr sz="1150" spc="0" dirty="0" smtClean="0">
                <a:latin typeface="Georgia"/>
                <a:cs typeface="Georgia"/>
              </a:rPr>
              <a:t>pecific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the</a:t>
            </a:r>
            <a:r>
              <a:rPr sz="1150" spc="-4" dirty="0" smtClean="0">
                <a:latin typeface="Georgia"/>
                <a:cs typeface="Georgia"/>
              </a:rPr>
              <a:t> 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tions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t</a:t>
            </a:r>
            <a:r>
              <a:rPr sz="1150" spc="-4" dirty="0" smtClean="0">
                <a:latin typeface="Georgia"/>
                <a:cs typeface="Georgia"/>
              </a:rPr>
              <a:t>ake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835902" y="9592767"/>
            <a:ext cx="117493" cy="165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25"/>
              </a:lnSpc>
              <a:spcBef>
                <a:spcPts val="61"/>
              </a:spcBef>
            </a:pPr>
            <a:r>
              <a:rPr sz="1650" spc="0" baseline="2482" dirty="0" smtClean="0">
                <a:latin typeface="Calibri"/>
                <a:cs typeface="Calibri"/>
              </a:rPr>
              <a:t>8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485775" y="612140"/>
            <a:ext cx="6396990" cy="705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74216" y="1489491"/>
            <a:ext cx="5870090" cy="83616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626" algn="just">
              <a:lnSpc>
                <a:spcPts val="1280"/>
              </a:lnSpc>
              <a:spcBef>
                <a:spcPts val="64"/>
              </a:spcBef>
            </a:pPr>
            <a:r>
              <a:rPr sz="1150" spc="0" dirty="0" smtClean="0">
                <a:latin typeface="Georgia"/>
                <a:cs typeface="Georgia"/>
              </a:rPr>
              <a:t>Ms</a:t>
            </a:r>
            <a:r>
              <a:rPr sz="1150" spc="18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ja</a:t>
            </a:r>
            <a:r>
              <a:rPr sz="1150" spc="19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Ä</a:t>
            </a:r>
            <a:r>
              <a:rPr sz="1150" spc="4" dirty="0" smtClean="0">
                <a:latin typeface="Georgia"/>
                <a:cs typeface="Georgia"/>
              </a:rPr>
              <a:t>mm</a:t>
            </a:r>
            <a:r>
              <a:rPr sz="1150" spc="-4" dirty="0" smtClean="0">
                <a:latin typeface="Georgia"/>
                <a:cs typeface="Georgia"/>
              </a:rPr>
              <a:t>alä</a:t>
            </a:r>
            <a:r>
              <a:rPr sz="1150" spc="0" dirty="0" smtClean="0">
                <a:latin typeface="Georgia"/>
                <a:cs typeface="Georgia"/>
              </a:rPr>
              <a:t>hti</a:t>
            </a:r>
            <a:r>
              <a:rPr sz="1150" spc="19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20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</a:t>
            </a:r>
            <a:r>
              <a:rPr sz="1150" spc="19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19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or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8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21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hemi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8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indu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1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20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Tek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9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9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endParaRPr sz="1150">
              <a:latin typeface="Georgia"/>
              <a:cs typeface="Georgia"/>
            </a:endParaRPr>
          </a:p>
          <a:p>
            <a:pPr marL="12700" algn="just">
              <a:lnSpc>
                <a:spcPct val="94780"/>
              </a:lnSpc>
            </a:pP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unding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ge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 </a:t>
            </a:r>
            <a:r>
              <a:rPr sz="1150" spc="-4" dirty="0" smtClean="0">
                <a:latin typeface="Georgia"/>
                <a:cs typeface="Georgia"/>
              </a:rPr>
              <a:t>Te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14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-1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ion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9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tions</a:t>
            </a:r>
            <a:r>
              <a:rPr sz="1150" spc="4" dirty="0" smtClean="0">
                <a:latin typeface="Georgia"/>
                <a:cs typeface="Georgia"/>
              </a:rPr>
              <a:t> F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-4" dirty="0" smtClean="0">
                <a:latin typeface="Georgia"/>
                <a:cs typeface="Georgia"/>
              </a:rPr>
              <a:t>la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rre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ing to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uppo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un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 of a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nat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19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gy. She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the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1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ic</a:t>
            </a:r>
            <a:r>
              <a:rPr sz="1150" spc="1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oach</a:t>
            </a:r>
            <a:r>
              <a:rPr sz="1150" spc="1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has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1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ue</a:t>
            </a:r>
            <a:r>
              <a:rPr sz="1150" spc="12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ns.</a:t>
            </a:r>
            <a:r>
              <a:rPr sz="1150" spc="1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 this</a:t>
            </a:r>
            <a:r>
              <a:rPr sz="1150" spc="-4" dirty="0" smtClean="0">
                <a:latin typeface="Georgia"/>
                <a:cs typeface="Georgia"/>
              </a:rPr>
              <a:t> re</a:t>
            </a:r>
            <a:r>
              <a:rPr sz="1150" spc="0" dirty="0" smtClean="0">
                <a:latin typeface="Georgia"/>
                <a:cs typeface="Georgia"/>
              </a:rPr>
              <a:t>ga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d,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int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out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hat the</a:t>
            </a:r>
            <a:r>
              <a:rPr sz="1150" spc="-4" dirty="0" smtClean="0">
                <a:latin typeface="Georgia"/>
                <a:cs typeface="Georgia"/>
              </a:rPr>
              <a:t> a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ity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9" dirty="0" smtClean="0">
                <a:latin typeface="Georgia"/>
                <a:cs typeface="Georgia"/>
              </a:rPr>
              <a:t>d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t a</a:t>
            </a:r>
            <a:r>
              <a:rPr sz="1150" spc="-4" dirty="0" smtClean="0">
                <a:latin typeface="Georgia"/>
                <a:cs typeface="Georgia"/>
              </a:rPr>
              <a:t> s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ic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view, to </a:t>
            </a:r>
            <a:r>
              <a:rPr sz="1150" spc="-4" dirty="0" smtClean="0">
                <a:latin typeface="Georgia"/>
                <a:cs typeface="Georgia"/>
              </a:rPr>
              <a:t>reas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 t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4216" y="2486187"/>
            <a:ext cx="5870513" cy="19978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8048" algn="just">
              <a:lnSpc>
                <a:spcPts val="1280"/>
              </a:lnSpc>
              <a:spcBef>
                <a:spcPts val="64"/>
              </a:spcBef>
            </a:pP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ng</a:t>
            </a:r>
            <a:r>
              <a:rPr sz="1150" spc="0" dirty="0" smtClean="0">
                <a:latin typeface="Georgia"/>
                <a:cs typeface="Georgia"/>
              </a:rPr>
              <a:t>-t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13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inabi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2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an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2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-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2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oss</a:t>
            </a:r>
            <a:r>
              <a:rPr sz="1150" spc="13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tors</a:t>
            </a:r>
            <a:r>
              <a:rPr sz="1150" spc="1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va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ue</a:t>
            </a:r>
            <a:r>
              <a:rPr sz="1150" spc="11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ns</a:t>
            </a:r>
            <a:r>
              <a:rPr sz="1150" spc="1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endParaRPr sz="1150">
              <a:latin typeface="Georgia"/>
              <a:cs typeface="Georgia"/>
            </a:endParaRPr>
          </a:p>
          <a:p>
            <a:pPr marL="12700" marR="938" algn="just">
              <a:lnSpc>
                <a:spcPct val="94496"/>
              </a:lnSpc>
            </a:pP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ost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other hand,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19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-9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ns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f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tioni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12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la</a:t>
            </a:r>
            <a:r>
              <a:rPr sz="1150" spc="0" dirty="0" smtClean="0">
                <a:latin typeface="Georgia"/>
                <a:cs typeface="Georgia"/>
              </a:rPr>
              <a:t>b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ur</a:t>
            </a:r>
            <a:r>
              <a:rPr sz="1150" spc="12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arke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for</a:t>
            </a:r>
            <a:r>
              <a:rPr sz="1150" spc="1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prof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25" dirty="0" smtClean="0">
                <a:latin typeface="Georgia"/>
                <a:cs typeface="Georgia"/>
              </a:rPr>
              <a:t> </a:t>
            </a:r>
            <a:r>
              <a:rPr sz="1150" spc="1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ting</a:t>
            </a:r>
            <a:r>
              <a:rPr sz="1150" spc="1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1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9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3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1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1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 n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nk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-1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new prof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s</a:t>
            </a:r>
            <a:r>
              <a:rPr sz="1150" spc="0" dirty="0" smtClean="0">
                <a:latin typeface="Georgia"/>
                <a:cs typeface="Georgia"/>
              </a:rPr>
              <a:t>uc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but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e the</a:t>
            </a:r>
            <a:r>
              <a:rPr sz="1150" spc="-4" dirty="0" smtClean="0">
                <a:latin typeface="Georgia"/>
                <a:cs typeface="Georgia"/>
              </a:rPr>
              <a:t> sk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 </a:t>
            </a:r>
            <a:r>
              <a:rPr sz="1150" spc="1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w 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  <a:p>
            <a:pPr marL="12700" algn="just">
              <a:lnSpc>
                <a:spcPct val="94780"/>
              </a:lnSpc>
              <a:spcBef>
                <a:spcPts val="5"/>
              </a:spcBef>
            </a:pP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 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ion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was 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9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b</a:t>
            </a:r>
            <a:r>
              <a:rPr sz="1150" spc="0" dirty="0" smtClean="0">
                <a:latin typeface="Georgia"/>
                <a:cs typeface="Georgia"/>
              </a:rPr>
              <a:t>y  a  qu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nd-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nsw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 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,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ich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fo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 of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x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to</a:t>
            </a:r>
            <a:r>
              <a:rPr sz="1150" spc="1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-do</a:t>
            </a:r>
            <a:r>
              <a:rPr sz="1150" spc="-9" dirty="0" smtClean="0">
                <a:latin typeface="Georgia"/>
                <a:cs typeface="Georgia"/>
              </a:rPr>
              <a:t>w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oach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</a:t>
            </a:r>
            <a:r>
              <a:rPr sz="1150" spc="-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b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tto</a:t>
            </a:r>
            <a:r>
              <a:rPr sz="1150" spc="1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-up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e 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-1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igni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ici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uppo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ting </a:t>
            </a:r>
            <a:r>
              <a:rPr sz="1150" spc="9" dirty="0" smtClean="0">
                <a:latin typeface="Georgia"/>
                <a:cs typeface="Georgia"/>
              </a:rPr>
              <a:t> t</a:t>
            </a:r>
            <a:r>
              <a:rPr sz="1150" spc="0" dirty="0" smtClean="0">
                <a:latin typeface="Georgia"/>
                <a:cs typeface="Georgia"/>
              </a:rPr>
              <a:t>he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y.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-1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ticu</a:t>
            </a:r>
            <a:r>
              <a:rPr sz="1150" spc="-4" dirty="0" smtClean="0">
                <a:latin typeface="Georgia"/>
                <a:cs typeface="Georgia"/>
              </a:rPr>
              <a:t>lar</a:t>
            </a:r>
            <a:r>
              <a:rPr sz="1150" spc="0" dirty="0" smtClean="0">
                <a:latin typeface="Georgia"/>
                <a:cs typeface="Georgia"/>
              </a:rPr>
              <a:t>, 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it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 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 to</a:t>
            </a:r>
            <a:r>
              <a:rPr sz="1150" spc="25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-do</a:t>
            </a:r>
            <a:r>
              <a:rPr sz="1150" spc="-9" dirty="0" smtClean="0">
                <a:latin typeface="Georgia"/>
                <a:cs typeface="Georgia"/>
              </a:rPr>
              <a:t>w</a:t>
            </a:r>
            <a:r>
              <a:rPr sz="1150" spc="0" dirty="0" smtClean="0">
                <a:latin typeface="Georgia"/>
                <a:cs typeface="Georgia"/>
              </a:rPr>
              <a:t>n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oach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 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os</a:t>
            </a:r>
            <a:r>
              <a:rPr sz="1150" spc="-4" dirty="0" smtClean="0">
                <a:latin typeface="Georgia"/>
                <a:cs typeface="Georgia"/>
              </a:rPr>
              <a:t>tl</a:t>
            </a:r>
            <a:r>
              <a:rPr sz="1150" spc="0" dirty="0" smtClean="0">
                <a:latin typeface="Georgia"/>
                <a:cs typeface="Georgia"/>
              </a:rPr>
              <a:t>y  n</a:t>
            </a:r>
            <a:r>
              <a:rPr sz="1150" spc="-1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bring 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l  the 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ake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9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s  togeth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 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4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w 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 way fo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wa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w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ds a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mm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icy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oa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Subs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qu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-4" dirty="0" smtClean="0">
                <a:latin typeface="Georgia"/>
                <a:cs typeface="Georgia"/>
              </a:rPr>
              <a:t>ly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b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tto</a:t>
            </a:r>
            <a:r>
              <a:rPr sz="1150" spc="9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-up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oach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 be ne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r the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k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ers</a:t>
            </a:r>
            <a:r>
              <a:rPr sz="1150" spc="0" dirty="0" smtClean="0">
                <a:latin typeface="Georgia"/>
                <a:cs typeface="Georgia"/>
              </a:rPr>
              <a:t>'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dback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und</a:t>
            </a:r>
            <a:r>
              <a:rPr sz="1150" spc="-4" dirty="0" smtClean="0">
                <a:latin typeface="Georgia"/>
                <a:cs typeface="Georgia"/>
              </a:rPr>
              <a:t>ers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dj</a:t>
            </a:r>
            <a:r>
              <a:rPr sz="1150" spc="-4" dirty="0" smtClean="0">
                <a:latin typeface="Georgia"/>
                <a:cs typeface="Georgia"/>
              </a:rPr>
              <a:t>us</a:t>
            </a:r>
            <a:r>
              <a:rPr sz="1150" spc="0" dirty="0" smtClean="0">
                <a:latin typeface="Georgia"/>
                <a:cs typeface="Georgia"/>
              </a:rPr>
              <a:t>tm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nts 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e ne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4216" y="4719228"/>
            <a:ext cx="1196847" cy="171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80"/>
              </a:lnSpc>
              <a:spcBef>
                <a:spcPts val="64"/>
              </a:spcBef>
            </a:pPr>
            <a:r>
              <a:rPr sz="1150" b="1" u="sng" spc="4" dirty="0" smtClean="0">
                <a:latin typeface="Georgia"/>
                <a:cs typeface="Georgia"/>
              </a:rPr>
              <a:t>C</a:t>
            </a:r>
            <a:r>
              <a:rPr sz="1150" b="1" u="sng" spc="0" dirty="0" smtClean="0">
                <a:latin typeface="Georgia"/>
                <a:cs typeface="Georgia"/>
              </a:rPr>
              <a:t>lo</a:t>
            </a:r>
            <a:r>
              <a:rPr sz="1150" b="1" u="sng" spc="-4" dirty="0" smtClean="0">
                <a:latin typeface="Georgia"/>
                <a:cs typeface="Georgia"/>
              </a:rPr>
              <a:t>s</a:t>
            </a:r>
            <a:r>
              <a:rPr sz="1150" b="1" u="sng" spc="0" dirty="0" smtClean="0">
                <a:latin typeface="Georgia"/>
                <a:cs typeface="Georgia"/>
              </a:rPr>
              <a:t>ing</a:t>
            </a:r>
            <a:r>
              <a:rPr sz="1150" b="1" u="sng" spc="-9" dirty="0" smtClean="0">
                <a:latin typeface="Georgia"/>
                <a:cs typeface="Georgia"/>
              </a:rPr>
              <a:t> </a:t>
            </a:r>
            <a:r>
              <a:rPr sz="1150" b="1" u="sng" spc="0" dirty="0" smtClean="0">
                <a:latin typeface="Georgia"/>
                <a:cs typeface="Georgia"/>
              </a:rPr>
              <a:t>se</a:t>
            </a:r>
            <a:r>
              <a:rPr sz="1150" b="1" u="sng" spc="-4" dirty="0" smtClean="0">
                <a:latin typeface="Georgia"/>
                <a:cs typeface="Georgia"/>
              </a:rPr>
              <a:t>s</a:t>
            </a:r>
            <a:r>
              <a:rPr sz="1150" b="1" u="sng" spc="0" dirty="0" smtClean="0">
                <a:latin typeface="Georgia"/>
                <a:cs typeface="Georgia"/>
              </a:rPr>
              <a:t>sion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4216" y="4961544"/>
            <a:ext cx="5870024" cy="149936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777" algn="just">
              <a:lnSpc>
                <a:spcPts val="1280"/>
              </a:lnSpc>
              <a:spcBef>
                <a:spcPts val="64"/>
              </a:spcBef>
            </a:pP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 </a:t>
            </a:r>
            <a:r>
              <a:rPr sz="1150" spc="5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5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was 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os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5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 </a:t>
            </a:r>
            <a:r>
              <a:rPr sz="1150" spc="5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Ms </a:t>
            </a:r>
            <a:r>
              <a:rPr sz="1150" spc="5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icia </a:t>
            </a:r>
            <a:r>
              <a:rPr sz="1150" spc="50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ll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 </a:t>
            </a:r>
            <a:r>
              <a:rPr sz="1150" spc="5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ber </a:t>
            </a:r>
            <a:r>
              <a:rPr sz="1150" spc="5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 </a:t>
            </a:r>
            <a:r>
              <a:rPr sz="1150" spc="54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Co</a:t>
            </a:r>
            <a:r>
              <a:rPr sz="1150" spc="4" dirty="0" smtClean="0">
                <a:latin typeface="Georgia"/>
                <a:cs typeface="Georgia"/>
              </a:rPr>
              <a:t>mm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 </a:t>
            </a:r>
            <a:r>
              <a:rPr sz="1150" spc="5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á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endParaRPr sz="1150">
              <a:latin typeface="Georgia"/>
              <a:cs typeface="Georgia"/>
            </a:endParaRPr>
          </a:p>
          <a:p>
            <a:pPr marL="12700" algn="just">
              <a:lnSpc>
                <a:spcPct val="94685"/>
              </a:lnSpc>
            </a:pP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heg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4" dirty="0" smtClean="0">
                <a:latin typeface="Georgia"/>
                <a:cs typeface="Georgia"/>
              </a:rPr>
              <a:t>Q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'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icha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Howe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–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Senior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nsp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tor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-4" dirty="0" smtClean="0">
                <a:latin typeface="Georgia"/>
                <a:cs typeface="Georgia"/>
              </a:rPr>
              <a:t>Res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&amp;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odex Div</a:t>
            </a:r>
            <a:r>
              <a:rPr sz="1150" spc="-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ion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Dep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9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icu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ure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od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ine,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-4" dirty="0" smtClean="0">
                <a:latin typeface="Georgia"/>
                <a:cs typeface="Georgia"/>
              </a:rPr>
              <a:t>Ir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res</a:t>
            </a:r>
            <a:r>
              <a:rPr sz="1150" spc="0" dirty="0" smtClean="0">
                <a:latin typeface="Georgia"/>
                <a:cs typeface="Georgia"/>
              </a:rPr>
              <a:t>id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Ms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nk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pa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ticipants on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'</a:t>
            </a:r>
            <a:r>
              <a:rPr sz="1150" spc="0" dirty="0" smtClean="0">
                <a:latin typeface="Georgia"/>
                <a:cs typeface="Georgia"/>
              </a:rPr>
              <a:t>s beh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nd,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ak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cc</a:t>
            </a:r>
            <a:r>
              <a:rPr sz="1150" spc="0" dirty="0" smtClean="0">
                <a:latin typeface="Georgia"/>
                <a:cs typeface="Georgia"/>
              </a:rPr>
              <a:t>ount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di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s of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pa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two d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ugg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e 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9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ort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t</a:t>
            </a:r>
            <a:r>
              <a:rPr sz="1150" spc="9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dd</a:t>
            </a:r>
            <a:r>
              <a:rPr sz="1150" spc="-4" dirty="0" smtClean="0">
                <a:latin typeface="Georgia"/>
                <a:cs typeface="Georgia"/>
              </a:rPr>
              <a:t>res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dvan</a:t>
            </a:r>
            <a:r>
              <a:rPr sz="1150" spc="3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ll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 pa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om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gend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we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 t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ak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eas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dopt new 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ologi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4" dirty="0" smtClean="0">
                <a:latin typeface="Georgia"/>
                <a:cs typeface="Georgia"/>
              </a:rPr>
              <a:t>v</a:t>
            </a:r>
            <a:r>
              <a:rPr sz="1150" spc="-4" dirty="0" smtClean="0">
                <a:latin typeface="Georgia"/>
                <a:cs typeface="Georgia"/>
              </a:rPr>
              <a:t>es</a:t>
            </a:r>
            <a:r>
              <a:rPr sz="1150" spc="0" dirty="0" smtClean="0">
                <a:latin typeface="Georgia"/>
                <a:cs typeface="Georgia"/>
              </a:rPr>
              <a:t>tm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-1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e in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new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arke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s wi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job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rea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growth: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2766" y="6633161"/>
            <a:ext cx="114645" cy="171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00"/>
              </a:lnSpc>
              <a:spcBef>
                <a:spcPts val="65"/>
              </a:spcBef>
            </a:pPr>
            <a:r>
              <a:rPr sz="1150" spc="0" dirty="0" smtClean="0">
                <a:latin typeface="Symbol"/>
                <a:cs typeface="Symbol"/>
              </a:rPr>
              <a:t>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1366" y="6635150"/>
            <a:ext cx="5421174" cy="3378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80"/>
              </a:lnSpc>
              <a:spcBef>
                <a:spcPts val="64"/>
              </a:spcBef>
            </a:pPr>
            <a:r>
              <a:rPr sz="1150" spc="4" dirty="0" smtClean="0">
                <a:latin typeface="Georgia"/>
                <a:cs typeface="Georgia"/>
              </a:rPr>
              <a:t>B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tt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 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tch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upply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pt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higher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rr</a:t>
            </a:r>
            <a:r>
              <a:rPr sz="1150" spc="0" dirty="0" smtClean="0">
                <a:latin typeface="Georgia"/>
                <a:cs typeface="Georgia"/>
              </a:rPr>
              <a:t>icu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endParaRPr sz="1150">
              <a:latin typeface="Georgia"/>
              <a:cs typeface="Georgia"/>
            </a:endParaRPr>
          </a:p>
          <a:p>
            <a:pPr marL="12700" marR="21945">
              <a:lnSpc>
                <a:spcPct val="94685"/>
              </a:lnSpc>
            </a:pPr>
            <a:r>
              <a:rPr sz="1150" spc="0" dirty="0" smtClean="0">
                <a:latin typeface="Georgia"/>
                <a:cs typeface="Georgia"/>
              </a:rPr>
              <a:t>v</a:t>
            </a:r>
            <a:r>
              <a:rPr sz="1150" spc="4" dirty="0" smtClean="0">
                <a:latin typeface="Georgia"/>
                <a:cs typeface="Georgia"/>
              </a:rPr>
              <a:t>oc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tional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inin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, </a:t>
            </a:r>
            <a:r>
              <a:rPr sz="1150" spc="-4" dirty="0" smtClean="0">
                <a:latin typeface="Georgia"/>
                <a:cs typeface="Georgia"/>
              </a:rPr>
              <a:t>als</a:t>
            </a:r>
            <a:r>
              <a:rPr sz="1150" spc="0" dirty="0" smtClean="0">
                <a:latin typeface="Georgia"/>
                <a:cs typeface="Georgia"/>
              </a:rPr>
              <a:t>o t</a:t>
            </a:r>
            <a:r>
              <a:rPr sz="1150" spc="-4" dirty="0" smtClean="0">
                <a:latin typeface="Georgia"/>
                <a:cs typeface="Georgia"/>
              </a:rPr>
              <a:t>ak</a:t>
            </a:r>
            <a:r>
              <a:rPr sz="1150" spc="0" dirty="0" smtClean="0">
                <a:latin typeface="Georgia"/>
                <a:cs typeface="Georgia"/>
              </a:rPr>
              <a:t>ing into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cc</a:t>
            </a:r>
            <a:r>
              <a:rPr sz="1150" spc="0" dirty="0" smtClean="0">
                <a:latin typeface="Georgia"/>
                <a:cs typeface="Georgia"/>
              </a:rPr>
              <a:t>ount 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4" dirty="0" smtClean="0">
                <a:latin typeface="Georgia"/>
                <a:cs typeface="Georgia"/>
              </a:rPr>
              <a:t> 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4" dirty="0" smtClean="0">
                <a:latin typeface="Georgia"/>
                <a:cs typeface="Georgia"/>
              </a:rPr>
              <a:t> e</a:t>
            </a:r>
            <a:r>
              <a:rPr sz="1150" spc="9" dirty="0" smtClean="0">
                <a:latin typeface="Georgia"/>
                <a:cs typeface="Georgia"/>
              </a:rPr>
              <a:t>d</a:t>
            </a:r>
            <a:r>
              <a:rPr sz="1150" spc="0" dirty="0" smtClean="0">
                <a:latin typeface="Georgia"/>
                <a:cs typeface="Georgia"/>
              </a:rPr>
              <a:t>uca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29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2766" y="7143701"/>
            <a:ext cx="114645" cy="1717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00"/>
              </a:lnSpc>
              <a:spcBef>
                <a:spcPts val="65"/>
              </a:spcBef>
            </a:pPr>
            <a:r>
              <a:rPr sz="1150" spc="0" dirty="0" smtClean="0">
                <a:latin typeface="Symbol"/>
                <a:cs typeface="Symbol"/>
              </a:rPr>
              <a:t>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1366" y="7145690"/>
            <a:ext cx="5420174" cy="3378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80"/>
              </a:lnSpc>
              <a:spcBef>
                <a:spcPts val="64"/>
              </a:spcBef>
            </a:pPr>
            <a:r>
              <a:rPr sz="1150" spc="-4" dirty="0" smtClean="0">
                <a:latin typeface="Georgia"/>
                <a:cs typeface="Georgia"/>
              </a:rPr>
              <a:t>Hel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2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rk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nte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ise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dj</a:t>
            </a:r>
            <a:r>
              <a:rPr sz="1150" spc="4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hange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ough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25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ll</a:t>
            </a:r>
            <a:r>
              <a:rPr sz="1150" spc="0" dirty="0" smtClean="0">
                <a:latin typeface="Georgia"/>
                <a:cs typeface="Georgia"/>
              </a:rPr>
              <a:t>ing,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upgr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ding</a:t>
            </a:r>
            <a:endParaRPr sz="1150">
              <a:latin typeface="Georgia"/>
              <a:cs typeface="Georgia"/>
            </a:endParaRPr>
          </a:p>
          <a:p>
            <a:pPr marL="12700" marR="21945">
              <a:lnSpc>
                <a:spcPct val="94685"/>
              </a:lnSpc>
            </a:pP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fel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9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or</a:t>
            </a:r>
            <a:r>
              <a:rPr sz="1150" spc="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2766" y="7654622"/>
            <a:ext cx="114645" cy="1717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00"/>
              </a:lnSpc>
              <a:spcBef>
                <a:spcPts val="65"/>
              </a:spcBef>
            </a:pPr>
            <a:r>
              <a:rPr sz="1150" spc="0" dirty="0" smtClean="0">
                <a:latin typeface="Symbol"/>
                <a:cs typeface="Symbol"/>
              </a:rPr>
              <a:t>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31366" y="7656611"/>
            <a:ext cx="5423443" cy="337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80"/>
              </a:lnSpc>
              <a:spcBef>
                <a:spcPts val="64"/>
              </a:spcBef>
            </a:pPr>
            <a:r>
              <a:rPr sz="1150" spc="-4" dirty="0" smtClean="0">
                <a:latin typeface="Georgia"/>
                <a:cs typeface="Georgia"/>
              </a:rPr>
              <a:t>Tak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8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19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9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-t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m</a:t>
            </a:r>
            <a:r>
              <a:rPr sz="1150" spc="19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-4" dirty="0" smtClean="0">
                <a:latin typeface="Georgia"/>
                <a:cs typeface="Georgia"/>
              </a:rPr>
              <a:t>rs</a:t>
            </a:r>
            <a:r>
              <a:rPr sz="1150" spc="0" dirty="0" smtClean="0">
                <a:latin typeface="Georgia"/>
                <a:cs typeface="Georgia"/>
              </a:rPr>
              <a:t>pective</a:t>
            </a:r>
            <a:r>
              <a:rPr sz="1150" spc="18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19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ord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18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9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-1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8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8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ls</a:t>
            </a:r>
            <a:r>
              <a:rPr sz="1150" spc="0" dirty="0" smtClean="0">
                <a:latin typeface="Georgia"/>
                <a:cs typeface="Georgia"/>
              </a:rPr>
              <a:t>-d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4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19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ici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endParaRPr sz="1150">
              <a:latin typeface="Georgia"/>
              <a:cs typeface="Georgia"/>
            </a:endParaRPr>
          </a:p>
          <a:p>
            <a:pPr marL="12700" marR="21945">
              <a:lnSpc>
                <a:spcPct val="94685"/>
              </a:lnSpc>
            </a:pP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tions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pa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 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 f</a:t>
            </a:r>
            <a:r>
              <a:rPr sz="1150" spc="0" dirty="0" smtClean="0">
                <a:latin typeface="Georgia"/>
                <a:cs typeface="Georgia"/>
              </a:rPr>
              <a:t>or </a:t>
            </a:r>
            <a:r>
              <a:rPr sz="1150" spc="-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qui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74216" y="8154959"/>
            <a:ext cx="5871704" cy="16034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33" algn="just">
              <a:lnSpc>
                <a:spcPts val="1280"/>
              </a:lnSpc>
              <a:spcBef>
                <a:spcPts val="64"/>
              </a:spcBef>
            </a:pP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 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his 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nal 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arks</a:t>
            </a:r>
            <a:r>
              <a:rPr sz="1150" spc="0" dirty="0" smtClean="0">
                <a:latin typeface="Georgia"/>
                <a:cs typeface="Georgia"/>
              </a:rPr>
              <a:t>, </a:t>
            </a:r>
            <a:r>
              <a:rPr sz="1150" spc="4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 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Howe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 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ese</a:t>
            </a:r>
            <a:r>
              <a:rPr sz="1150" spc="0" dirty="0" smtClean="0">
                <a:latin typeface="Georgia"/>
                <a:cs typeface="Georgia"/>
              </a:rPr>
              <a:t>nted 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initi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tiv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Ire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endParaRPr sz="1150">
              <a:latin typeface="Georgia"/>
              <a:cs typeface="Georgia"/>
            </a:endParaRPr>
          </a:p>
          <a:p>
            <a:pPr marL="12700" marR="5930" algn="just">
              <a:lnSpc>
                <a:spcPts val="1295"/>
              </a:lnSpc>
              <a:spcBef>
                <a:spcPts val="0"/>
              </a:spcBef>
            </a:pP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rre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8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und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ak</a:t>
            </a:r>
            <a:r>
              <a:rPr sz="1150" spc="0" dirty="0" smtClean="0">
                <a:latin typeface="Georgia"/>
                <a:cs typeface="Georgia"/>
              </a:rPr>
              <a:t>ing.</a:t>
            </a:r>
            <a:r>
              <a:rPr sz="1150" spc="19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Ire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9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is</a:t>
            </a:r>
            <a:r>
              <a:rPr sz="1150" spc="18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</a:t>
            </a:r>
            <a:r>
              <a:rPr sz="1150" spc="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19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18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25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9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gy,</a:t>
            </a:r>
            <a:r>
              <a:rPr sz="1150" spc="19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ough</a:t>
            </a:r>
            <a:r>
              <a:rPr sz="1150" spc="19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18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rk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endParaRPr sz="1150">
              <a:latin typeface="Georgia"/>
              <a:cs typeface="Georgia"/>
            </a:endParaRPr>
          </a:p>
          <a:p>
            <a:pPr marL="12700" algn="just">
              <a:lnSpc>
                <a:spcPct val="94780"/>
              </a:lnSpc>
            </a:pPr>
            <a:r>
              <a:rPr sz="1150" spc="0" dirty="0" smtClean="0">
                <a:latin typeface="Georgia"/>
                <a:cs typeface="Georgia"/>
              </a:rPr>
              <a:t>group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ting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1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1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ub</a:t>
            </a:r>
            <a:r>
              <a:rPr sz="1150" spc="-9" dirty="0" smtClean="0">
                <a:latin typeface="Georgia"/>
                <a:cs typeface="Georgia"/>
              </a:rPr>
              <a:t>-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it</a:t>
            </a:r>
            <a:r>
              <a:rPr sz="1150" spc="-4" dirty="0" smtClean="0">
                <a:latin typeface="Georgia"/>
                <a:cs typeface="Georgia"/>
              </a:rPr>
              <a:t>te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4" dirty="0" smtClean="0">
                <a:latin typeface="Georgia"/>
                <a:cs typeface="Georgia"/>
              </a:rPr>
              <a:t>ire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7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4" dirty="0" smtClean="0">
                <a:latin typeface="Georgia"/>
                <a:cs typeface="Georgia"/>
              </a:rPr>
              <a:t> 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e Mini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1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.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gy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 he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p</a:t>
            </a:r>
            <a:r>
              <a:rPr sz="1150" spc="4" dirty="0" smtClean="0">
                <a:latin typeface="Georgia"/>
                <a:cs typeface="Georgia"/>
              </a:rPr>
              <a:t> al</a:t>
            </a:r>
            <a:r>
              <a:rPr sz="1150" spc="0" dirty="0" smtClean="0">
                <a:latin typeface="Georgia"/>
                <a:cs typeface="Georgia"/>
              </a:rPr>
              <a:t>ign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gic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genda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l the di</a:t>
            </a: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initi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tiv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 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k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 f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ini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l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uch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ua</a:t>
            </a:r>
            <a:r>
              <a:rPr sz="1150" spc="0" dirty="0" smtClean="0">
                <a:latin typeface="Georgia"/>
                <a:cs typeface="Georgia"/>
              </a:rPr>
              <a:t>te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Dev</a:t>
            </a:r>
            <a:r>
              <a:rPr sz="1150" spc="-4" dirty="0" smtClean="0">
                <a:latin typeface="Georgia"/>
                <a:cs typeface="Georgia"/>
              </a:rPr>
              <a:t>el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14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his progr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4" dirty="0" smtClean="0">
                <a:latin typeface="Georgia"/>
                <a:cs typeface="Georgia"/>
              </a:rPr>
              <a:t>mm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em</a:t>
            </a:r>
            <a:r>
              <a:rPr sz="1150" spc="0" dirty="0" smtClean="0">
                <a:latin typeface="Georgia"/>
                <a:cs typeface="Georgia"/>
              </a:rPr>
              <a:t>beds 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9" dirty="0" smtClean="0">
                <a:latin typeface="Georgia"/>
                <a:cs typeface="Georgia"/>
              </a:rPr>
              <a:t>h</a:t>
            </a:r>
            <a:r>
              <a:rPr sz="1150" spc="0" dirty="0" smtClean="0">
                <a:latin typeface="Georgia"/>
                <a:cs typeface="Georgia"/>
              </a:rPr>
              <a:t>ose 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oft 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1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4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dy 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id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ntif</a:t>
            </a:r>
            <a:r>
              <a:rPr sz="1150" spc="-4" dirty="0" smtClean="0">
                <a:latin typeface="Georgia"/>
                <a:cs typeface="Georgia"/>
              </a:rPr>
              <a:t>ie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2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 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us  </a:t>
            </a:r>
            <a:r>
              <a:rPr sz="1150" spc="-4" dirty="0" smtClean="0">
                <a:latin typeface="Georgia"/>
                <a:cs typeface="Georgia"/>
              </a:rPr>
              <a:t>sess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3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into 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ining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4" dirty="0" smtClean="0">
                <a:latin typeface="Georgia"/>
                <a:cs typeface="Georgia"/>
              </a:rPr>
              <a:t> P</a:t>
            </a:r>
            <a:r>
              <a:rPr sz="1150" spc="0" dirty="0" smtClean="0">
                <a:latin typeface="Georgia"/>
                <a:cs typeface="Georgia"/>
              </a:rPr>
              <a:t>hD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nts 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rk</a:t>
            </a:r>
            <a:r>
              <a:rPr sz="1150" spc="0" dirty="0" smtClean="0">
                <a:latin typeface="Georgia"/>
                <a:cs typeface="Georgia"/>
              </a:rPr>
              <a:t>ing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proj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ts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nded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Ir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ns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e th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 gr</a:t>
            </a:r>
            <a:r>
              <a:rPr sz="1150" spc="-4" dirty="0" smtClean="0">
                <a:latin typeface="Georgia"/>
                <a:cs typeface="Georgia"/>
              </a:rPr>
              <a:t>as</a:t>
            </a:r>
            <a:r>
              <a:rPr sz="1150" spc="0" dirty="0" smtClean="0">
                <a:latin typeface="Georgia"/>
                <a:cs typeface="Georgia"/>
              </a:rPr>
              <a:t>p the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4" dirty="0" smtClean="0">
                <a:latin typeface="Georgia"/>
                <a:cs typeface="Georgia"/>
              </a:rPr>
              <a:t>om</a:t>
            </a:r>
            <a:r>
              <a:rPr sz="1150" spc="0" dirty="0" smtClean="0">
                <a:latin typeface="Georgia"/>
                <a:cs typeface="Georgia"/>
              </a:rPr>
              <a:t>pl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x</a:t>
            </a:r>
            <a:r>
              <a:rPr sz="1150" spc="0" dirty="0" smtClean="0">
                <a:latin typeface="Georgia"/>
                <a:cs typeface="Georgia"/>
              </a:rPr>
              <a:t>ity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gr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-food va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ue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4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 and be</a:t>
            </a:r>
            <a:r>
              <a:rPr sz="1150" spc="-4" dirty="0" smtClean="0">
                <a:latin typeface="Georgia"/>
                <a:cs typeface="Georgia"/>
              </a:rPr>
              <a:t> 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ploy</a:t>
            </a:r>
            <a:r>
              <a:rPr sz="1150" spc="-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ble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endParaRPr sz="1150">
              <a:latin typeface="Georgia"/>
              <a:cs typeface="Georgia"/>
            </a:endParaRPr>
          </a:p>
          <a:p>
            <a:pPr marR="26256" algn="r">
              <a:lnSpc>
                <a:spcPct val="101725"/>
              </a:lnSpc>
              <a:spcBef>
                <a:spcPts val="775"/>
              </a:spcBef>
            </a:pPr>
            <a:r>
              <a:rPr sz="1100" spc="0" dirty="0" smtClean="0">
                <a:latin typeface="Calibri"/>
                <a:cs typeface="Calibri"/>
              </a:rPr>
              <a:t>9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485775" y="612140"/>
            <a:ext cx="6396990" cy="705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74216" y="1655607"/>
            <a:ext cx="5880926" cy="5039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456">
              <a:lnSpc>
                <a:spcPts val="1280"/>
              </a:lnSpc>
              <a:spcBef>
                <a:spcPts val="64"/>
              </a:spcBef>
            </a:pPr>
            <a:r>
              <a:rPr sz="1150" spc="0" dirty="0" smtClean="0">
                <a:latin typeface="Georgia"/>
                <a:cs typeface="Georgia"/>
              </a:rPr>
              <a:t>indu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ry</a:t>
            </a:r>
            <a:r>
              <a:rPr sz="1150" spc="0" dirty="0" smtClean="0">
                <a:latin typeface="Georgia"/>
                <a:cs typeface="Georgia"/>
              </a:rPr>
              <a:t>. </a:t>
            </a:r>
            <a:r>
              <a:rPr sz="1150" spc="22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 </a:t>
            </a:r>
            <a:r>
              <a:rPr sz="1150" spc="22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Howe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l </a:t>
            </a:r>
            <a:r>
              <a:rPr sz="1150" spc="23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de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22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by </a:t>
            </a:r>
            <a:r>
              <a:rPr sz="1150" spc="22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ou</a:t>
            </a:r>
            <a:r>
              <a:rPr sz="1150" spc="-9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ing </a:t>
            </a:r>
            <a:r>
              <a:rPr sz="1150" spc="22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21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x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22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om</a:t>
            </a:r>
            <a:r>
              <a:rPr sz="1150" spc="0" dirty="0" smtClean="0">
                <a:latin typeface="Georgia"/>
                <a:cs typeface="Georgia"/>
              </a:rPr>
              <a:t>y </a:t>
            </a:r>
            <a:r>
              <a:rPr sz="1150" spc="22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St</a:t>
            </a:r>
            <a:r>
              <a:rPr sz="1150" spc="-4" dirty="0" smtClean="0">
                <a:latin typeface="Georgia"/>
                <a:cs typeface="Georgia"/>
              </a:rPr>
              <a:t>ake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endParaRPr sz="1150">
              <a:latin typeface="Georgia"/>
              <a:cs typeface="Georgia"/>
            </a:endParaRPr>
          </a:p>
          <a:p>
            <a:pPr marL="12700">
              <a:lnSpc>
                <a:spcPct val="94685"/>
              </a:lnSpc>
            </a:pP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e,</a:t>
            </a:r>
            <a:r>
              <a:rPr sz="1150" spc="26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org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26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26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Dub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26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on</a:t>
            </a:r>
            <a:r>
              <a:rPr sz="1150" spc="2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1</a:t>
            </a:r>
            <a:r>
              <a:rPr sz="1150" spc="4" dirty="0" smtClean="0">
                <a:latin typeface="Georgia"/>
                <a:cs typeface="Georgia"/>
              </a:rPr>
              <a:t>4</a:t>
            </a:r>
            <a:r>
              <a:rPr sz="1150" spc="0" dirty="0" smtClean="0">
                <a:latin typeface="Georgia"/>
                <a:cs typeface="Georgia"/>
              </a:rPr>
              <a:t>-15</a:t>
            </a:r>
            <a:r>
              <a:rPr sz="1150" spc="262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-1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br</a:t>
            </a:r>
            <a:r>
              <a:rPr sz="1150" spc="-4" dirty="0" smtClean="0">
                <a:latin typeface="Georgia"/>
                <a:cs typeface="Georgia"/>
              </a:rPr>
              <a:t>uar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257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2</a:t>
            </a:r>
            <a:r>
              <a:rPr sz="1150" spc="0" dirty="0" smtClean="0">
                <a:latin typeface="Georgia"/>
                <a:cs typeface="Georgia"/>
              </a:rPr>
              <a:t>013</a:t>
            </a:r>
            <a:r>
              <a:rPr sz="1150" spc="26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und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2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26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ae</a:t>
            </a:r>
            <a:r>
              <a:rPr sz="1150" spc="0" dirty="0" smtClean="0">
                <a:latin typeface="Georgia"/>
                <a:cs typeface="Georgia"/>
              </a:rPr>
              <a:t>gis</a:t>
            </a:r>
            <a:r>
              <a:rPr sz="1150" spc="2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26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25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Ir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endParaRPr sz="1150">
              <a:latin typeface="Georgia"/>
              <a:cs typeface="Georgia"/>
            </a:endParaRPr>
          </a:p>
          <a:p>
            <a:pPr marL="12700" marR="24891">
              <a:lnSpc>
                <a:spcPct val="94685"/>
              </a:lnSpc>
            </a:pP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res</a:t>
            </a:r>
            <a:r>
              <a:rPr sz="1150" spc="0" dirty="0" smtClean="0">
                <a:latin typeface="Georgia"/>
                <a:cs typeface="Georgia"/>
              </a:rPr>
              <a:t>id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 the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un</a:t>
            </a:r>
            <a:r>
              <a:rPr sz="1150" spc="-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il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 </a:t>
            </a:r>
            <a:r>
              <a:rPr sz="1150" spc="-4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ea</a:t>
            </a:r>
            <a:r>
              <a:rPr sz="1150" spc="0" dirty="0" smtClean="0">
                <a:latin typeface="Georgia"/>
                <a:cs typeface="Georgia"/>
              </a:rPr>
              <a:t>n </a:t>
            </a:r>
            <a:r>
              <a:rPr sz="1150" spc="4" dirty="0" smtClean="0">
                <a:latin typeface="Georgia"/>
                <a:cs typeface="Georgia"/>
              </a:rPr>
              <a:t>U</a:t>
            </a:r>
            <a:r>
              <a:rPr sz="1150" spc="0" dirty="0" smtClean="0">
                <a:latin typeface="Georgia"/>
                <a:cs typeface="Georgia"/>
              </a:rPr>
              <a:t>ni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1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4216" y="2320071"/>
            <a:ext cx="5874106" cy="5039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80"/>
              </a:lnSpc>
              <a:spcBef>
                <a:spcPts val="64"/>
              </a:spcBef>
            </a:pP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ina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y,</a:t>
            </a:r>
            <a:r>
              <a:rPr sz="1150" spc="10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Mr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nio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10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G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ul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k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10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ose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vent.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He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nk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0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d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endParaRPr sz="1150">
              <a:latin typeface="Georgia"/>
              <a:cs typeface="Georgia"/>
            </a:endParaRPr>
          </a:p>
          <a:p>
            <a:pPr marL="12700" marR="4082">
              <a:lnSpc>
                <a:spcPct val="94780"/>
              </a:lnSpc>
            </a:pPr>
            <a:r>
              <a:rPr sz="1150" spc="0" dirty="0" smtClean="0">
                <a:latin typeface="Georgia"/>
                <a:cs typeface="Georgia"/>
              </a:rPr>
              <a:t>highl</a:t>
            </a:r>
            <a:r>
              <a:rPr sz="1150" spc="-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ghting </a:t>
            </a:r>
            <a:r>
              <a:rPr sz="1150" spc="8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 </a:t>
            </a:r>
            <a:r>
              <a:rPr sz="1150" spc="7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ur</a:t>
            </a:r>
            <a:r>
              <a:rPr sz="1150" spc="0" dirty="0" smtClean="0">
                <a:latin typeface="Georgia"/>
                <a:cs typeface="Georgia"/>
              </a:rPr>
              <a:t>ing </a:t>
            </a:r>
            <a:r>
              <a:rPr sz="1150" spc="8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e 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8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 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ha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f 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ys 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di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9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s </a:t>
            </a:r>
            <a:r>
              <a:rPr sz="1150" spc="8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</a:t>
            </a:r>
            <a:r>
              <a:rPr sz="1150" spc="9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7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</a:t>
            </a:r>
            <a:r>
              <a:rPr sz="1150" spc="8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gen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c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on o</a:t>
            </a:r>
            <a:r>
              <a:rPr sz="1150" spc="4" dirty="0" smtClean="0">
                <a:latin typeface="Georgia"/>
                <a:cs typeface="Georgia"/>
              </a:rPr>
              <a:t>b</a:t>
            </a:r>
            <a:r>
              <a:rPr sz="1150" spc="0" dirty="0" smtClean="0">
                <a:latin typeface="Georgia"/>
                <a:cs typeface="Georgia"/>
              </a:rPr>
              <a:t>j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tiv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ar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rk</a:t>
            </a:r>
            <a:r>
              <a:rPr sz="1150" spc="0" dirty="0" smtClean="0">
                <a:latin typeface="Georgia"/>
                <a:cs typeface="Georgia"/>
              </a:rPr>
              <a:t>ing 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n: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2766" y="2830146"/>
            <a:ext cx="114645" cy="171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00"/>
              </a:lnSpc>
              <a:spcBef>
                <a:spcPts val="65"/>
              </a:spcBef>
            </a:pPr>
            <a:r>
              <a:rPr sz="1150" spc="0" dirty="0" smtClean="0">
                <a:latin typeface="Symbol"/>
                <a:cs typeface="Symbol"/>
              </a:rPr>
              <a:t>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1366" y="2832135"/>
            <a:ext cx="5422238" cy="13577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1">
              <a:lnSpc>
                <a:spcPts val="1280"/>
              </a:lnSpc>
              <a:spcBef>
                <a:spcPts val="64"/>
              </a:spcBef>
            </a:pP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rs</a:t>
            </a:r>
            <a:r>
              <a:rPr sz="1150" spc="0" dirty="0" smtClean="0">
                <a:latin typeface="Georgia"/>
                <a:cs typeface="Georgia"/>
              </a:rPr>
              <a:t>t,</a:t>
            </a:r>
            <a:r>
              <a:rPr sz="1150" spc="15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5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9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-14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4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9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ort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ou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3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15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growth</a:t>
            </a:r>
            <a:r>
              <a:rPr sz="1150" spc="14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157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em</a:t>
            </a:r>
            <a:r>
              <a:rPr sz="1150" spc="0" dirty="0" smtClean="0">
                <a:latin typeface="Georgia"/>
                <a:cs typeface="Georgia"/>
              </a:rPr>
              <a:t>ployment,</a:t>
            </a:r>
            <a:r>
              <a:rPr sz="1150" spc="152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142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ine</a:t>
            </a:r>
            <a:endParaRPr sz="1150">
              <a:latin typeface="Georgia"/>
              <a:cs typeface="Georgia"/>
            </a:endParaRPr>
          </a:p>
          <a:p>
            <a:pPr marL="12700">
              <a:lnSpc>
                <a:spcPts val="1295"/>
              </a:lnSpc>
              <a:spcBef>
                <a:spcPts val="0"/>
              </a:spcBef>
            </a:pPr>
            <a:r>
              <a:rPr sz="1150" spc="0" dirty="0" smtClean="0">
                <a:latin typeface="Georgia"/>
                <a:cs typeface="Georgia"/>
              </a:rPr>
              <a:t>with</a:t>
            </a:r>
            <a:r>
              <a:rPr sz="1150" spc="2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b</a:t>
            </a:r>
            <a:r>
              <a:rPr sz="1150" spc="0" dirty="0" smtClean="0">
                <a:latin typeface="Georgia"/>
                <a:cs typeface="Georgia"/>
              </a:rPr>
              <a:t>j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tiv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se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14" dirty="0" smtClean="0">
                <a:latin typeface="Georgia"/>
                <a:cs typeface="Georgia"/>
              </a:rPr>
              <a:t>b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Eu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2</a:t>
            </a:r>
            <a:r>
              <a:rPr sz="1150" spc="0" dirty="0" smtClean="0">
                <a:latin typeface="Georgia"/>
                <a:cs typeface="Georgia"/>
              </a:rPr>
              <a:t>0</a:t>
            </a:r>
            <a:r>
              <a:rPr sz="1150" spc="4" dirty="0" smtClean="0">
                <a:latin typeface="Georgia"/>
                <a:cs typeface="Georgia"/>
              </a:rPr>
              <a:t>2</a:t>
            </a:r>
            <a:r>
              <a:rPr sz="1150" spc="0" dirty="0" smtClean="0">
                <a:latin typeface="Georgia"/>
                <a:cs typeface="Georgia"/>
              </a:rPr>
              <a:t>0,</a:t>
            </a:r>
            <a:r>
              <a:rPr sz="1150" spc="5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has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inent</a:t>
            </a:r>
            <a:r>
              <a:rPr sz="1150" spc="2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4" dirty="0" smtClean="0">
                <a:latin typeface="Georgia"/>
                <a:cs typeface="Georgia"/>
              </a:rPr>
              <a:t>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om</a:t>
            </a:r>
            <a:r>
              <a:rPr sz="1150" spc="2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endParaRPr sz="1150">
              <a:latin typeface="Georgia"/>
              <a:cs typeface="Georgia"/>
            </a:endParaRPr>
          </a:p>
          <a:p>
            <a:pPr marL="12700" marR="20671">
              <a:lnSpc>
                <a:spcPct val="94685"/>
              </a:lnSpc>
            </a:pP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y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begin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ing 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bat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.</a:t>
            </a:r>
            <a:endParaRPr sz="1150">
              <a:latin typeface="Georgia"/>
              <a:cs typeface="Georgia"/>
            </a:endParaRPr>
          </a:p>
          <a:p>
            <a:pPr marL="12700" marR="8479">
              <a:lnSpc>
                <a:spcPct val="96295"/>
              </a:lnSpc>
              <a:spcBef>
                <a:spcPts val="110"/>
              </a:spcBef>
            </a:pPr>
            <a:r>
              <a:rPr sz="1150" spc="0" dirty="0" smtClean="0">
                <a:latin typeface="Georgia"/>
                <a:cs typeface="Georgia"/>
              </a:rPr>
              <a:t>Sec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nd,</a:t>
            </a:r>
            <a:r>
              <a:rPr sz="1150" spc="9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u</a:t>
            </a:r>
            <a:r>
              <a:rPr sz="1150" spc="-9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inab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nag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9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9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our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res</a:t>
            </a:r>
            <a:r>
              <a:rPr sz="1150" spc="0" dirty="0" smtClean="0">
                <a:latin typeface="Georgia"/>
                <a:cs typeface="Georgia"/>
              </a:rPr>
              <a:t>ou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</a:t>
            </a:r>
            <a:r>
              <a:rPr sz="1150" spc="9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way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we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k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our 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os</a:t>
            </a:r>
            <a:r>
              <a:rPr sz="1150" spc="-4" dirty="0" smtClean="0">
                <a:latin typeface="Georgia"/>
                <a:cs typeface="Georgia"/>
              </a:rPr>
              <a:t>ys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 a</a:t>
            </a:r>
            <a:r>
              <a:rPr sz="1150" spc="0" dirty="0" smtClean="0">
                <a:latin typeface="Georgia"/>
                <a:cs typeface="Georgia"/>
              </a:rPr>
              <a:t>nd our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its</a:t>
            </a:r>
            <a:r>
              <a:rPr sz="1150" spc="-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ds to be </a:t>
            </a:r>
            <a:r>
              <a:rPr sz="1150" spc="-9" dirty="0" smtClean="0">
                <a:latin typeface="Georgia"/>
                <a:cs typeface="Georgia"/>
              </a:rPr>
              <a:t>r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9" dirty="0" smtClean="0">
                <a:latin typeface="Georgia"/>
                <a:cs typeface="Georgia"/>
              </a:rPr>
              <a:t>f</a:t>
            </a:r>
            <a:r>
              <a:rPr sz="1150" spc="-4" dirty="0" smtClean="0">
                <a:latin typeface="Georgia"/>
                <a:cs typeface="Georgia"/>
              </a:rPr>
              <a:t>le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14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n the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 of new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. </a:t>
            </a:r>
            <a:r>
              <a:rPr sz="1150" spc="4" dirty="0" smtClean="0">
                <a:latin typeface="Georgia"/>
                <a:cs typeface="Georgia"/>
              </a:rPr>
              <a:t>F</a:t>
            </a:r>
            <a:r>
              <a:rPr sz="1150" spc="0" dirty="0" smtClean="0">
                <a:latin typeface="Georgia"/>
                <a:cs typeface="Georgia"/>
              </a:rPr>
              <a:t>ina</a:t>
            </a:r>
            <a:r>
              <a:rPr sz="1150" spc="-9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y,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</a:t>
            </a:r>
            <a:r>
              <a:rPr sz="1150" spc="-4" dirty="0" smtClean="0">
                <a:latin typeface="Georgia"/>
                <a:cs typeface="Georgia"/>
              </a:rPr>
              <a:t>er</a:t>
            </a:r>
            <a:r>
              <a:rPr sz="1150" spc="0" dirty="0" smtClean="0">
                <a:latin typeface="Georgia"/>
                <a:cs typeface="Georgia"/>
              </a:rPr>
              <a:t>e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i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a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t</a:t>
            </a:r>
            <a:r>
              <a:rPr sz="1150" spc="-4" dirty="0" smtClean="0">
                <a:latin typeface="Georgia"/>
                <a:cs typeface="Georgia"/>
              </a:rPr>
              <a:t>r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to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co</a:t>
            </a:r>
            <a:r>
              <a:rPr sz="1150" spc="0" dirty="0" smtClean="0">
                <a:latin typeface="Georgia"/>
                <a:cs typeface="Georgia"/>
              </a:rPr>
              <a:t>-</a:t>
            </a:r>
            <a:r>
              <a:rPr sz="1150" spc="-9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pe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0" dirty="0" smtClean="0">
                <a:latin typeface="Georgia"/>
                <a:cs typeface="Georgia"/>
              </a:rPr>
              <a:t>te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0" dirty="0" smtClean="0">
                <a:latin typeface="Georgia"/>
                <a:cs typeface="Georgia"/>
              </a:rPr>
              <a:t>n</a:t>
            </a:r>
            <a:r>
              <a:rPr sz="1150" spc="75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6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7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new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sk</a:t>
            </a:r>
            <a:r>
              <a:rPr sz="1150" spc="0" dirty="0" smtClean="0">
                <a:latin typeface="Georgia"/>
                <a:cs typeface="Georgia"/>
              </a:rPr>
              <a:t>i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4" dirty="0" smtClean="0">
                <a:latin typeface="Georgia"/>
                <a:cs typeface="Georgia"/>
              </a:rPr>
              <a:t>l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,</a:t>
            </a:r>
            <a:r>
              <a:rPr sz="1150" spc="6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</a:t>
            </a:r>
            <a:r>
              <a:rPr sz="1150" spc="0" dirty="0" smtClean="0">
                <a:latin typeface="Georgia"/>
                <a:cs typeface="Georgia"/>
              </a:rPr>
              <a:t>nd </a:t>
            </a:r>
            <a:r>
              <a:rPr sz="1150" spc="-4" dirty="0" smtClean="0">
                <a:latin typeface="Georgia"/>
                <a:cs typeface="Georgia"/>
              </a:rPr>
              <a:t>als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10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-4" dirty="0" smtClean="0">
                <a:latin typeface="Georgia"/>
                <a:cs typeface="Georgia"/>
              </a:rPr>
              <a:t>aree</a:t>
            </a:r>
            <a:r>
              <a:rPr sz="1150" spc="0" dirty="0" smtClean="0">
                <a:latin typeface="Georgia"/>
                <a:cs typeface="Georgia"/>
              </a:rPr>
              <a:t>r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9" dirty="0" smtClean="0">
                <a:latin typeface="Georgia"/>
                <a:cs typeface="Georgia"/>
              </a:rPr>
              <a:t>d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ve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nt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-4" dirty="0" smtClean="0">
                <a:latin typeface="Georgia"/>
                <a:cs typeface="Georgia"/>
              </a:rPr>
              <a:t>as</a:t>
            </a:r>
            <a:r>
              <a:rPr sz="1150" spc="0" dirty="0" smtClean="0">
                <a:latin typeface="Georgia"/>
                <a:cs typeface="Georgia"/>
              </a:rPr>
              <a:t>pec</a:t>
            </a:r>
            <a:r>
              <a:rPr sz="1150" spc="9" dirty="0" smtClean="0">
                <a:latin typeface="Georgia"/>
                <a:cs typeface="Georgia"/>
              </a:rPr>
              <a:t>t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of</a:t>
            </a:r>
            <a:r>
              <a:rPr sz="1150" spc="10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prof</a:t>
            </a:r>
            <a:r>
              <a:rPr sz="1150" spc="-4" dirty="0" smtClean="0">
                <a:latin typeface="Georgia"/>
                <a:cs typeface="Georgia"/>
              </a:rPr>
              <a:t>ess</a:t>
            </a:r>
            <a:r>
              <a:rPr sz="1150" spc="0" dirty="0" smtClean="0">
                <a:latin typeface="Georgia"/>
                <a:cs typeface="Georgia"/>
              </a:rPr>
              <a:t>io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al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100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p</a:t>
            </a:r>
            <a:r>
              <a:rPr sz="1150" spc="-4" dirty="0" smtClean="0">
                <a:latin typeface="Georgia"/>
                <a:cs typeface="Georgia"/>
              </a:rPr>
              <a:t>era</a:t>
            </a:r>
            <a:r>
              <a:rPr sz="1150" spc="0" dirty="0" smtClean="0">
                <a:latin typeface="Georgia"/>
                <a:cs typeface="Georgia"/>
              </a:rPr>
              <a:t>ting</a:t>
            </a:r>
            <a:r>
              <a:rPr sz="1150" spc="104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in</a:t>
            </a:r>
            <a:r>
              <a:rPr sz="1150" spc="10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the</a:t>
            </a:r>
            <a:r>
              <a:rPr sz="1150" spc="89" dirty="0" smtClean="0">
                <a:latin typeface="Georgia"/>
                <a:cs typeface="Georgia"/>
              </a:rPr>
              <a:t> </a:t>
            </a:r>
            <a:r>
              <a:rPr sz="1150" spc="0" dirty="0" smtClean="0">
                <a:latin typeface="Georgia"/>
                <a:cs typeface="Georgia"/>
              </a:rPr>
              <a:t>bi</a:t>
            </a:r>
            <a:r>
              <a:rPr sz="1150" spc="1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0" dirty="0" smtClean="0">
                <a:latin typeface="Georgia"/>
                <a:cs typeface="Georgia"/>
              </a:rPr>
              <a:t>y ne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d to be</a:t>
            </a:r>
            <a:r>
              <a:rPr sz="1150" spc="-4" dirty="0" smtClean="0">
                <a:latin typeface="Georgia"/>
                <a:cs typeface="Georgia"/>
              </a:rPr>
              <a:t> </a:t>
            </a:r>
            <a:r>
              <a:rPr sz="1150" spc="4" dirty="0" smtClean="0">
                <a:latin typeface="Georgia"/>
                <a:cs typeface="Georgia"/>
              </a:rPr>
              <a:t>c</a:t>
            </a:r>
            <a:r>
              <a:rPr sz="1150" spc="0" dirty="0" smtClean="0">
                <a:latin typeface="Georgia"/>
                <a:cs typeface="Georgia"/>
              </a:rPr>
              <a:t>o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id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re</a:t>
            </a:r>
            <a:r>
              <a:rPr sz="1150" spc="0" dirty="0" smtClean="0">
                <a:latin typeface="Georgia"/>
                <a:cs typeface="Georgia"/>
              </a:rPr>
              <a:t>d</a:t>
            </a:r>
            <a:r>
              <a:rPr sz="1150" spc="4" dirty="0" smtClean="0">
                <a:latin typeface="Georgia"/>
                <a:cs typeface="Georgia"/>
              </a:rPr>
              <a:t> </a:t>
            </a:r>
            <a:r>
              <a:rPr sz="1150" spc="14" dirty="0" smtClean="0">
                <a:latin typeface="Georgia"/>
                <a:cs typeface="Georgia"/>
              </a:rPr>
              <a:t>w</a:t>
            </a:r>
            <a:r>
              <a:rPr sz="1150" spc="0" dirty="0" smtClean="0">
                <a:latin typeface="Georgia"/>
                <a:cs typeface="Georgia"/>
              </a:rPr>
              <a:t>hen d</a:t>
            </a:r>
            <a:r>
              <a:rPr sz="1150" spc="-9" dirty="0" smtClean="0">
                <a:latin typeface="Georgia"/>
                <a:cs typeface="Georgia"/>
              </a:rPr>
              <a:t>e</a:t>
            </a:r>
            <a:r>
              <a:rPr sz="1150" spc="-4" dirty="0" smtClean="0">
                <a:latin typeface="Georgia"/>
                <a:cs typeface="Georgia"/>
              </a:rPr>
              <a:t>s</a:t>
            </a:r>
            <a:r>
              <a:rPr sz="1150" spc="0" dirty="0" smtClean="0">
                <a:latin typeface="Georgia"/>
                <a:cs typeface="Georgia"/>
              </a:rPr>
              <a:t>igni</a:t>
            </a:r>
            <a:r>
              <a:rPr sz="1150" spc="4" dirty="0" smtClean="0">
                <a:latin typeface="Georgia"/>
                <a:cs typeface="Georgia"/>
              </a:rPr>
              <a:t>n</a:t>
            </a:r>
            <a:r>
              <a:rPr sz="1150" spc="0" dirty="0" smtClean="0">
                <a:latin typeface="Georgia"/>
                <a:cs typeface="Georgia"/>
              </a:rPr>
              <a:t>g new pro</a:t>
            </a:r>
            <a:r>
              <a:rPr sz="1150" spc="-9" dirty="0" smtClean="0">
                <a:latin typeface="Georgia"/>
                <a:cs typeface="Georgia"/>
              </a:rPr>
              <a:t>g</a:t>
            </a:r>
            <a:r>
              <a:rPr sz="1150" spc="-4" dirty="0" smtClean="0">
                <a:latin typeface="Georgia"/>
                <a:cs typeface="Georgia"/>
              </a:rPr>
              <a:t>ra</a:t>
            </a:r>
            <a:r>
              <a:rPr sz="1150" spc="9" dirty="0" smtClean="0">
                <a:latin typeface="Georgia"/>
                <a:cs typeface="Georgia"/>
              </a:rPr>
              <a:t>m</a:t>
            </a:r>
            <a:r>
              <a:rPr sz="1150" spc="4" dirty="0" smtClean="0">
                <a:latin typeface="Georgia"/>
                <a:cs typeface="Georgia"/>
              </a:rPr>
              <a:t>m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</a:t>
            </a:r>
            <a:r>
              <a:rPr sz="1150" spc="-4" dirty="0" smtClean="0">
                <a:latin typeface="Georgia"/>
                <a:cs typeface="Georgia"/>
              </a:rPr>
              <a:t> a</a:t>
            </a:r>
            <a:r>
              <a:rPr sz="1150" spc="0" dirty="0" smtClean="0">
                <a:latin typeface="Georgia"/>
                <a:cs typeface="Georgia"/>
              </a:rPr>
              <a:t>nd p</a:t>
            </a:r>
            <a:r>
              <a:rPr sz="1150" spc="4" dirty="0" smtClean="0">
                <a:latin typeface="Georgia"/>
                <a:cs typeface="Georgia"/>
              </a:rPr>
              <a:t>o</a:t>
            </a:r>
            <a:r>
              <a:rPr sz="1150" spc="-4" dirty="0" smtClean="0">
                <a:latin typeface="Georgia"/>
                <a:cs typeface="Georgia"/>
              </a:rPr>
              <a:t>l</a:t>
            </a:r>
            <a:r>
              <a:rPr sz="1150" spc="0" dirty="0" smtClean="0">
                <a:latin typeface="Georgia"/>
                <a:cs typeface="Georgia"/>
              </a:rPr>
              <a:t>ici</a:t>
            </a:r>
            <a:r>
              <a:rPr sz="1150" spc="-4" dirty="0" smtClean="0">
                <a:latin typeface="Georgia"/>
                <a:cs typeface="Georgia"/>
              </a:rPr>
              <a:t>e</a:t>
            </a:r>
            <a:r>
              <a:rPr sz="1150" spc="0" dirty="0" smtClean="0">
                <a:latin typeface="Georgia"/>
                <a:cs typeface="Georgia"/>
              </a:rPr>
              <a:t>s.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2766" y="3341067"/>
            <a:ext cx="114645" cy="171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00"/>
              </a:lnSpc>
              <a:spcBef>
                <a:spcPts val="65"/>
              </a:spcBef>
            </a:pPr>
            <a:r>
              <a:rPr sz="1150" spc="0" dirty="0" smtClean="0">
                <a:latin typeface="Symbol"/>
                <a:cs typeface="Symbol"/>
              </a:rPr>
              <a:t>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2766" y="3685491"/>
            <a:ext cx="114645" cy="171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00"/>
              </a:lnSpc>
              <a:spcBef>
                <a:spcPts val="65"/>
              </a:spcBef>
            </a:pPr>
            <a:r>
              <a:rPr sz="1150" spc="0" dirty="0" smtClean="0">
                <a:latin typeface="Symbol"/>
                <a:cs typeface="Symbol"/>
              </a:rPr>
              <a:t>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764274" y="9592767"/>
            <a:ext cx="189640" cy="165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25"/>
              </a:lnSpc>
              <a:spcBef>
                <a:spcPts val="61"/>
              </a:spcBef>
            </a:pPr>
            <a:r>
              <a:rPr sz="1650" spc="4" baseline="2482" dirty="0" smtClean="0">
                <a:latin typeface="Calibri"/>
                <a:cs typeface="Calibri"/>
              </a:rPr>
              <a:t>10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5393</Words>
  <Application>Microsoft Office PowerPoint</Application>
  <PresentationFormat>Custom</PresentationFormat>
  <Paragraphs>129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1</cp:revision>
  <dcterms:modified xsi:type="dcterms:W3CDTF">2016-12-29T04:22:21Z</dcterms:modified>
</cp:coreProperties>
</file>